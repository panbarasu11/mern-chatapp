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9" r:id="rId6"/>
    <p:sldId id="275" r:id="rId7"/>
    <p:sldId id="274" r:id="rId8"/>
    <p:sldId id="260" r:id="rId9"/>
    <p:sldId id="261" r:id="rId10"/>
    <p:sldId id="278" r:id="rId11"/>
    <p:sldId id="276" r:id="rId12"/>
    <p:sldId id="277" r:id="rId13"/>
    <p:sldId id="273" r:id="rId14"/>
  </p:sldIdLst>
  <p:sldSz cx="12192000" cy="6858000"/>
  <p:notesSz cx="6858000" cy="9144000"/>
  <p:embeddedFontLst>
    <p:embeddedFont>
      <p:font typeface="Nunito Sans"/>
      <p:regular r:id="rId18"/>
    </p:embeddedFont>
    <p:embeddedFont>
      <p:font typeface="Nunito Sans ExtraBold"/>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CBAF046-A69E-4752-8FDE-3F2D5C823609}" styleName="Table_0">
    <a:wholeTbl>
      <a:tcTxStyle>
        <a:font>
          <a:latin typeface="Nunito Sans"/>
          <a:ea typeface="Nunito Sans"/>
          <a:cs typeface="Nunito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EFFC"/>
          </a:solidFill>
        </a:fill>
      </a:tcStyle>
    </a:wholeTbl>
    <a:band1H>
      <a:tcStyle>
        <a:tcBdr/>
        <a:fill>
          <a:solidFill>
            <a:srgbClr val="E7DDF9"/>
          </a:solidFill>
        </a:fill>
      </a:tcStyle>
    </a:band1H>
    <a:band2H>
      <a:tcStyle>
        <a:tcBdr/>
      </a:tcStyle>
    </a:band2H>
    <a:band1V>
      <a:tcStyle>
        <a:tcBdr/>
        <a:fill>
          <a:solidFill>
            <a:srgbClr val="E7DDF9"/>
          </a:solidFill>
        </a:fill>
      </a:tcStyle>
    </a:band1V>
    <a:band2V>
      <a:tcStyle>
        <a:tcBdr/>
      </a:tcStyle>
    </a:band2V>
    <a:lastCol>
      <a:tcTxStyle b="on">
        <a:font>
          <a:latin typeface="Nunito Sans"/>
          <a:ea typeface="Nunito Sans"/>
          <a:cs typeface="Nunito Sans"/>
        </a:font>
        <a:schemeClr val="lt1"/>
      </a:tcTxStyle>
      <a:tcStyle>
        <a:tcBdr/>
        <a:fill>
          <a:solidFill>
            <a:schemeClr val="accent1"/>
          </a:solidFill>
        </a:fill>
      </a:tcStyle>
    </a:lastCol>
    <a:firstCol>
      <a:tcTxStyle b="on">
        <a:font>
          <a:latin typeface="Nunito Sans"/>
          <a:ea typeface="Nunito Sans"/>
          <a:cs typeface="Nunito Sans"/>
        </a:font>
        <a:schemeClr val="lt1"/>
      </a:tcTxStyle>
      <a:tcStyle>
        <a:tcBdr/>
        <a:fill>
          <a:solidFill>
            <a:schemeClr val="accent1"/>
          </a:solidFill>
        </a:fill>
      </a:tcStyle>
    </a:firstCol>
    <a:lastRow>
      <a:tcTxStyle b="on">
        <a:font>
          <a:latin typeface="Nunito Sans"/>
          <a:ea typeface="Nunito Sans"/>
          <a:cs typeface="Nunito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Nunito Sans"/>
          <a:ea typeface="Nunito Sans"/>
          <a:cs typeface="Nunito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0" name="Google Shape;100;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 name="Google Shape;105;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3" name="Google Shape;123;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9" name="Google Shape;129;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7" name="Shape 207"/>
        <p:cNvGrpSpPr/>
        <p:nvPr/>
      </p:nvGrpSpPr>
      <p:grpSpPr>
        <a:xfrm>
          <a:off x="0" y="0"/>
          <a:ext cx="0" cy="0"/>
          <a:chOff x="0" y="0"/>
          <a:chExt cx="0" cy="0"/>
        </a:xfrm>
      </p:grpSpPr>
      <p:sp>
        <p:nvSpPr>
          <p:cNvPr id="208" name="Google Shape;208;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7" name="Shape 17"/>
        <p:cNvGrpSpPr/>
        <p:nvPr/>
      </p:nvGrpSpPr>
      <p:grpSpPr>
        <a:xfrm>
          <a:off x="0" y="0"/>
          <a:ext cx="0" cy="0"/>
          <a:chOff x="0" y="0"/>
          <a:chExt cx="0" cy="0"/>
        </a:xfrm>
      </p:grpSpPr>
      <p:sp>
        <p:nvSpPr>
          <p:cNvPr id="18" name="Google Shape;18;p20"/>
          <p:cNvSpPr/>
          <p:nvPr/>
        </p:nvSpPr>
        <p:spPr>
          <a:xfrm rot="10800000">
            <a:off x="-1" y="0"/>
            <a:ext cx="12192000" cy="6858000"/>
          </a:xfrm>
          <a:prstGeom prst="rect">
            <a:avLst/>
          </a:prstGeom>
          <a:gradFill>
            <a:gsLst>
              <a:gs pos="0">
                <a:srgbClr val="623FD6"/>
              </a:gs>
              <a:gs pos="58000">
                <a:schemeClr val="dk2"/>
              </a:gs>
              <a:gs pos="100000">
                <a:schemeClr val="dk2"/>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Nunito Sans"/>
              <a:ea typeface="Nunito Sans"/>
              <a:cs typeface="Nunito Sans"/>
              <a:sym typeface="Nunito Sans"/>
            </a:endParaRPr>
          </a:p>
        </p:txBody>
      </p:sp>
      <p:sp>
        <p:nvSpPr>
          <p:cNvPr id="19" name="Google Shape;19;p20"/>
          <p:cNvSpPr/>
          <p:nvPr/>
        </p:nvSpPr>
        <p:spPr>
          <a:xfrm rot="10800000">
            <a:off x="0" y="0"/>
            <a:ext cx="12192000" cy="6858000"/>
          </a:xfrm>
          <a:prstGeom prst="rect">
            <a:avLst/>
          </a:prstGeom>
          <a:gradFill>
            <a:gsLst>
              <a:gs pos="0">
                <a:srgbClr val="8442E3">
                  <a:alpha val="49803"/>
                </a:srgbClr>
              </a:gs>
              <a:gs pos="58000">
                <a:srgbClr val="291667">
                  <a:alpha val="0"/>
                </a:srgbClr>
              </a:gs>
              <a:gs pos="100000">
                <a:srgbClr val="291667">
                  <a:alpha val="0"/>
                </a:srgbClr>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Nunito Sans"/>
              <a:ea typeface="Nunito Sans"/>
              <a:cs typeface="Nunito Sans"/>
              <a:sym typeface="Nunito Sans"/>
            </a:endParaRPr>
          </a:p>
        </p:txBody>
      </p:sp>
      <p:pic>
        <p:nvPicPr>
          <p:cNvPr id="20" name="Google Shape;20;p20" descr="矢量智能对象5-01"/>
          <p:cNvPicPr preferRelativeResize="0"/>
          <p:nvPr/>
        </p:nvPicPr>
        <p:blipFill rotWithShape="1">
          <a:blip r:embed="rId2"/>
          <a:srcRect l="6577"/>
          <a:stretch>
            <a:fillRect/>
          </a:stretch>
        </p:blipFill>
        <p:spPr>
          <a:xfrm flipH="1">
            <a:off x="6149340" y="1361440"/>
            <a:ext cx="5763895" cy="5027930"/>
          </a:xfrm>
          <a:prstGeom prst="rect">
            <a:avLst/>
          </a:prstGeom>
          <a:noFill/>
          <a:ln>
            <a:noFill/>
          </a:ln>
        </p:spPr>
      </p:pic>
      <p:sp>
        <p:nvSpPr>
          <p:cNvPr id="21" name="Google Shape;21;p20"/>
          <p:cNvSpPr/>
          <p:nvPr>
            <p:ph type="body" idx="1"/>
          </p:nvPr>
        </p:nvSpPr>
        <p:spPr>
          <a:xfrm>
            <a:off x="1006475" y="3587645"/>
            <a:ext cx="1607820" cy="421640"/>
          </a:xfrm>
          <a:prstGeom prst="roundRect">
            <a:avLst>
              <a:gd name="adj" fmla="val 50000"/>
            </a:avLst>
          </a:prstGeom>
          <a:gradFill>
            <a:gsLst>
              <a:gs pos="0">
                <a:schemeClr val="accent3"/>
              </a:gs>
              <a:gs pos="100000">
                <a:schemeClr val="accent4"/>
              </a:gs>
            </a:gsLst>
            <a:lin ang="0" scaled="0"/>
          </a:gradFill>
          <a:ln>
            <a:noFill/>
          </a:ln>
        </p:spPr>
        <p:txBody>
          <a:bodyPr spcFirstLastPara="1" wrap="square" lIns="0" tIns="0" rIns="0" bIns="0" anchor="ctr" anchorCtr="0">
            <a:normAutofit/>
          </a:bodyPr>
          <a:lstStyle>
            <a:lvl1pPr marL="457200" marR="0" lvl="0" indent="-228600" algn="ctr">
              <a:lnSpc>
                <a:spcPct val="100000"/>
              </a:lnSpc>
              <a:spcBef>
                <a:spcPts val="0"/>
              </a:spcBef>
              <a:spcAft>
                <a:spcPts val="0"/>
              </a:spcAft>
              <a:buClr>
                <a:srgbClr val="FFFFFF"/>
              </a:buClr>
              <a:buSzPts val="1400"/>
              <a:buFont typeface="Nunito Sans"/>
              <a:buNone/>
              <a:defRPr sz="1400" b="0" i="0" u="none" strike="noStrike" cap="none">
                <a:solidFill>
                  <a:srgbClr val="FFFFFF"/>
                </a:solidFill>
                <a:latin typeface="Nunito Sans"/>
                <a:ea typeface="Nunito Sans"/>
                <a:cs typeface="Nunito Sans"/>
                <a:sym typeface="Nunito Sans"/>
              </a:defRPr>
            </a:lvl1pPr>
            <a:lvl2pPr marL="914400" lvl="1" indent="-342900" algn="l">
              <a:lnSpc>
                <a:spcPct val="120000"/>
              </a:lnSpc>
              <a:spcBef>
                <a:spcPts val="1000"/>
              </a:spcBef>
              <a:spcAft>
                <a:spcPts val="0"/>
              </a:spcAft>
              <a:buClr>
                <a:schemeClr val="lt1"/>
              </a:buClr>
              <a:buSzPts val="1800"/>
              <a:buChar char="●"/>
              <a:defRPr/>
            </a:lvl2pPr>
            <a:lvl3pPr marL="1371600" lvl="2" indent="-342900" algn="l">
              <a:lnSpc>
                <a:spcPct val="120000"/>
              </a:lnSpc>
              <a:spcBef>
                <a:spcPts val="600"/>
              </a:spcBef>
              <a:spcAft>
                <a:spcPts val="0"/>
              </a:spcAft>
              <a:buClr>
                <a:schemeClr val="lt1"/>
              </a:buClr>
              <a:buSzPts val="1800"/>
              <a:buChar char="●"/>
              <a:defRPr/>
            </a:lvl3pPr>
            <a:lvl4pPr marL="1828800" lvl="3" indent="-342900" algn="l">
              <a:lnSpc>
                <a:spcPct val="120000"/>
              </a:lnSpc>
              <a:spcBef>
                <a:spcPts val="600"/>
              </a:spcBef>
              <a:spcAft>
                <a:spcPts val="0"/>
              </a:spcAft>
              <a:buClr>
                <a:schemeClr val="lt1"/>
              </a:buClr>
              <a:buSzPts val="1800"/>
              <a:buChar char="•"/>
              <a:defRPr/>
            </a:lvl4pPr>
            <a:lvl5pPr marL="2286000" lvl="4" indent="-342900" algn="l">
              <a:lnSpc>
                <a:spcPct val="120000"/>
              </a:lnSpc>
              <a:spcBef>
                <a:spcPts val="3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22" name="Google Shape;22;p20"/>
          <p:cNvSpPr txBox="1"/>
          <p:nvPr>
            <p:ph type="title"/>
          </p:nvPr>
        </p:nvSpPr>
        <p:spPr>
          <a:xfrm>
            <a:off x="1006475" y="1586609"/>
            <a:ext cx="6184265" cy="1720060"/>
          </a:xfrm>
          <a:prstGeom prst="rect">
            <a:avLst/>
          </a:prstGeom>
          <a:noFill/>
          <a:ln>
            <a:noFill/>
          </a:ln>
        </p:spPr>
        <p:txBody>
          <a:bodyPr spcFirstLastPara="1" wrap="square" lIns="0" tIns="0" rIns="0" bIns="0" anchor="b" anchorCtr="0">
            <a:normAutofit/>
          </a:bodyPr>
          <a:lstStyle>
            <a:lvl1pPr marR="0" lvl="0" algn="l">
              <a:lnSpc>
                <a:spcPct val="100000"/>
              </a:lnSpc>
              <a:spcBef>
                <a:spcPts val="0"/>
              </a:spcBef>
              <a:spcAft>
                <a:spcPts val="0"/>
              </a:spcAft>
              <a:buClr>
                <a:schemeClr val="lt1"/>
              </a:buClr>
              <a:buSzPts val="5300"/>
              <a:buFont typeface="Nunito Sans ExtraBold"/>
              <a:buNone/>
              <a:defRPr sz="53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type="dt" idx="10"/>
          </p:nvPr>
        </p:nvSpPr>
        <p:spPr>
          <a:xfrm>
            <a:off x="695324" y="6314400"/>
            <a:ext cx="2616675"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0"/>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type="sldNum" idx="12"/>
          </p:nvPr>
        </p:nvSpPr>
        <p:spPr>
          <a:xfrm>
            <a:off x="8877600" y="6314400"/>
            <a:ext cx="2619075"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26" name="Google Shape;26;p20"/>
          <p:cNvSpPr/>
          <p:nvPr/>
        </p:nvSpPr>
        <p:spPr>
          <a:xfrm>
            <a:off x="360045" y="333375"/>
            <a:ext cx="11473180" cy="6221730"/>
          </a:xfrm>
          <a:prstGeom prst="roundRect">
            <a:avLst>
              <a:gd name="adj" fmla="val 3754"/>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Nunito Sans"/>
                <a:ea typeface="Nunito Sans"/>
                <a:cs typeface="Nunito Sans"/>
                <a:sym typeface="Nunito Sans"/>
              </a:rPr>
              <a:t> </a:t>
            </a:r>
            <a:endParaRPr lang="en-US" sz="1800" b="0" i="0" u="none" strike="noStrike" cap="none">
              <a:solidFill>
                <a:schemeClr val="lt1"/>
              </a:solidFill>
              <a:latin typeface="Nunito Sans"/>
              <a:ea typeface="Nunito Sans"/>
              <a:cs typeface="Nunito Sans"/>
              <a:sym typeface="Nuni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7" name="Shape 27"/>
        <p:cNvGrpSpPr/>
        <p:nvPr/>
      </p:nvGrpSpPr>
      <p:grpSpPr>
        <a:xfrm>
          <a:off x="0" y="0"/>
          <a:ext cx="0" cy="0"/>
          <a:chOff x="0" y="0"/>
          <a:chExt cx="0" cy="0"/>
        </a:xfrm>
      </p:grpSpPr>
      <p:sp>
        <p:nvSpPr>
          <p:cNvPr id="28" name="Google Shape;28;p21"/>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lt1"/>
              </a:buClr>
              <a:buSzPts val="2800"/>
              <a:buFont typeface="Nunito Sans ExtraBold"/>
              <a:buNone/>
              <a:defRPr sz="28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type="body" idx="1"/>
          </p:nvPr>
        </p:nvSpPr>
        <p:spPr>
          <a:xfrm>
            <a:off x="694800" y="1225550"/>
            <a:ext cx="10796050" cy="5024120"/>
          </a:xfrm>
          <a:prstGeom prst="rect">
            <a:avLst/>
          </a:prstGeom>
          <a:noFill/>
          <a:ln>
            <a:noFill/>
          </a:ln>
        </p:spPr>
        <p:txBody>
          <a:bodyPr spcFirstLastPara="1" wrap="square" lIns="90000" tIns="46800" rIns="90000" bIns="46800" anchor="t" anchorCtr="0">
            <a:normAutofit/>
          </a:bodyPr>
          <a:lstStyle>
            <a:lvl1pPr marL="457200" marR="0" lvl="0" indent="-342900" algn="l">
              <a:lnSpc>
                <a:spcPct val="130000"/>
              </a:lnSpc>
              <a:spcBef>
                <a:spcPts val="1200"/>
              </a:spcBef>
              <a:spcAft>
                <a:spcPts val="0"/>
              </a:spcAft>
              <a:buClr>
                <a:schemeClr val="accent5"/>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1pPr>
            <a:lvl2pPr marL="914400" marR="0" lvl="1" indent="-330200" algn="l">
              <a:lnSpc>
                <a:spcPct val="120000"/>
              </a:lnSpc>
              <a:spcBef>
                <a:spcPts val="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2pPr>
            <a:lvl3pPr marL="1371600" marR="0" lvl="2" indent="-330200" algn="l">
              <a:lnSpc>
                <a:spcPct val="120000"/>
              </a:lnSpc>
              <a:spcBef>
                <a:spcPts val="6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3pPr>
            <a:lvl4pPr marL="1828800" marR="0" lvl="3" indent="-317500" algn="l">
              <a:lnSpc>
                <a:spcPct val="120000"/>
              </a:lnSpc>
              <a:spcBef>
                <a:spcPts val="600"/>
              </a:spcBef>
              <a:spcAft>
                <a:spcPts val="0"/>
              </a:spcAft>
              <a:buClr>
                <a:schemeClr val="lt1"/>
              </a:buClr>
              <a:buSzPts val="1400"/>
              <a:buFont typeface="Noto Sans Symbols"/>
              <a:buChar char="•"/>
              <a:defRPr sz="1400" b="0" i="0" u="none" strike="noStrike" cap="none">
                <a:solidFill>
                  <a:schemeClr val="lt1"/>
                </a:solidFill>
                <a:latin typeface="Nunito Sans"/>
                <a:ea typeface="Nunito Sans"/>
                <a:cs typeface="Nunito Sans"/>
                <a:sym typeface="Nunito Sans"/>
              </a:defRPr>
            </a:lvl4pPr>
            <a:lvl5pPr marL="2286000" marR="0" lvl="4" indent="-317500" algn="l">
              <a:lnSpc>
                <a:spcPct val="120000"/>
              </a:lnSpc>
              <a:spcBef>
                <a:spcPts val="300"/>
              </a:spcBef>
              <a:spcAft>
                <a:spcPts val="0"/>
              </a:spcAft>
              <a:buClr>
                <a:schemeClr val="lt1"/>
              </a:buClr>
              <a:buSzPts val="1400"/>
              <a:buFont typeface="Arial" panose="020B0604020202020204"/>
              <a:buChar char="•"/>
              <a:defRPr sz="1400" b="0" i="0" u="none" strike="noStrike" cap="none">
                <a:solidFill>
                  <a:schemeClr val="lt1"/>
                </a:solidFill>
                <a:latin typeface="Nunito Sans"/>
                <a:ea typeface="Nunito Sans"/>
                <a:cs typeface="Nunito Sans"/>
                <a:sym typeface="Nunito Sans"/>
              </a:defRPr>
            </a:lvl5pPr>
            <a:lvl6pPr marL="2743200" lvl="5" indent="-228600" algn="l">
              <a:lnSpc>
                <a:spcPct val="90000"/>
              </a:lnSpc>
              <a:spcBef>
                <a:spcPts val="500"/>
              </a:spcBef>
              <a:spcAft>
                <a:spcPts val="0"/>
              </a:spcAft>
              <a:buClr>
                <a:schemeClr val="lt1"/>
              </a:buClr>
              <a:buSzPts val="1800"/>
              <a:buFont typeface="Arial" panose="020B0604020202020204"/>
              <a:buNone/>
              <a:defRPr/>
            </a:lvl6pPr>
            <a:lvl7pPr marL="3200400" lvl="6" indent="-342900" algn="l">
              <a:lnSpc>
                <a:spcPct val="90000"/>
              </a:lnSpc>
              <a:spcBef>
                <a:spcPts val="500"/>
              </a:spcBef>
              <a:spcAft>
                <a:spcPts val="0"/>
              </a:spcAft>
              <a:buClr>
                <a:schemeClr val="lt1"/>
              </a:buClr>
              <a:buSzPts val="1800"/>
              <a:buFont typeface="Arial" panose="020B0604020202020204"/>
              <a:buChar char="•"/>
              <a:defRPr/>
            </a:lvl7pPr>
            <a:lvl8pPr marL="3657600" lvl="7" indent="-342900" algn="l">
              <a:lnSpc>
                <a:spcPct val="90000"/>
              </a:lnSpc>
              <a:spcBef>
                <a:spcPts val="500"/>
              </a:spcBef>
              <a:spcAft>
                <a:spcPts val="0"/>
              </a:spcAft>
              <a:buClr>
                <a:schemeClr val="lt1"/>
              </a:buClr>
              <a:buSzPts val="1800"/>
              <a:buFont typeface="Arial" panose="020B0604020202020204"/>
              <a:buChar char="•"/>
              <a:defRPr/>
            </a:lvl8pPr>
            <a:lvl9pPr marL="4114800" lvl="8" indent="-342900" algn="l">
              <a:lnSpc>
                <a:spcPct val="90000"/>
              </a:lnSpc>
              <a:spcBef>
                <a:spcPts val="500"/>
              </a:spcBef>
              <a:spcAft>
                <a:spcPts val="0"/>
              </a:spcAft>
              <a:buClr>
                <a:schemeClr val="lt1"/>
              </a:buClr>
              <a:buSzPts val="1800"/>
              <a:buFont typeface="Arial" panose="020B0604020202020204"/>
              <a:buChar char="•"/>
              <a:defRPr/>
            </a:lvl9pPr>
          </a:lstStyle>
          <a:p/>
        </p:txBody>
      </p:sp>
      <p:sp>
        <p:nvSpPr>
          <p:cNvPr id="30" name="Google Shape;30;p21"/>
          <p:cNvSpPr txBox="1"/>
          <p:nvPr>
            <p:ph type="dt" idx="10"/>
          </p:nvPr>
        </p:nvSpPr>
        <p:spPr>
          <a:xfrm>
            <a:off x="694800" y="6314400"/>
            <a:ext cx="2617200"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type="sldNum" idx="12"/>
          </p:nvPr>
        </p:nvSpPr>
        <p:spPr>
          <a:xfrm>
            <a:off x="8877600" y="6314400"/>
            <a:ext cx="2619600"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atalog Slide">
  <p:cSld name="Catalog Slide">
    <p:spTree>
      <p:nvGrpSpPr>
        <p:cNvPr id="33" name="Shape 33"/>
        <p:cNvGrpSpPr/>
        <p:nvPr/>
      </p:nvGrpSpPr>
      <p:grpSpPr>
        <a:xfrm>
          <a:off x="0" y="0"/>
          <a:ext cx="0" cy="0"/>
          <a:chOff x="0" y="0"/>
          <a:chExt cx="0" cy="0"/>
        </a:xfrm>
      </p:grpSpPr>
      <p:sp>
        <p:nvSpPr>
          <p:cNvPr id="34" name="Google Shape;34;p22"/>
          <p:cNvSpPr/>
          <p:nvPr/>
        </p:nvSpPr>
        <p:spPr>
          <a:xfrm rot="10800000" flipH="1">
            <a:off x="0" y="0"/>
            <a:ext cx="12192000" cy="6858000"/>
          </a:xfrm>
          <a:prstGeom prst="rect">
            <a:avLst/>
          </a:prstGeom>
          <a:gradFill>
            <a:gsLst>
              <a:gs pos="0">
                <a:srgbClr val="623FD6"/>
              </a:gs>
              <a:gs pos="58000">
                <a:schemeClr val="dk2"/>
              </a:gs>
              <a:gs pos="100000">
                <a:schemeClr val="dk2"/>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Nunito Sans"/>
              <a:ea typeface="Nunito Sans"/>
              <a:cs typeface="Nunito Sans"/>
              <a:sym typeface="Nunito Sans"/>
            </a:endParaRPr>
          </a:p>
        </p:txBody>
      </p:sp>
      <p:sp>
        <p:nvSpPr>
          <p:cNvPr id="35" name="Google Shape;35;p22"/>
          <p:cNvSpPr/>
          <p:nvPr/>
        </p:nvSpPr>
        <p:spPr>
          <a:xfrm rot="10800000" flipH="1">
            <a:off x="0" y="0"/>
            <a:ext cx="12192000" cy="6858000"/>
          </a:xfrm>
          <a:prstGeom prst="rect">
            <a:avLst/>
          </a:prstGeom>
          <a:gradFill>
            <a:gsLst>
              <a:gs pos="0">
                <a:srgbClr val="8442E3">
                  <a:alpha val="49803"/>
                </a:srgbClr>
              </a:gs>
              <a:gs pos="58000">
                <a:srgbClr val="291667">
                  <a:alpha val="0"/>
                </a:srgbClr>
              </a:gs>
              <a:gs pos="100000">
                <a:srgbClr val="291667">
                  <a:alpha val="0"/>
                </a:srgbClr>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Nunito Sans"/>
              <a:ea typeface="Nunito Sans"/>
              <a:cs typeface="Nunito Sans"/>
              <a:sym typeface="Nunito Sans"/>
            </a:endParaRPr>
          </a:p>
        </p:txBody>
      </p:sp>
      <p:sp>
        <p:nvSpPr>
          <p:cNvPr id="36" name="Google Shape;36;p22"/>
          <p:cNvSpPr txBox="1"/>
          <p:nvPr>
            <p:ph type="title"/>
          </p:nvPr>
        </p:nvSpPr>
        <p:spPr>
          <a:xfrm>
            <a:off x="695325" y="361950"/>
            <a:ext cx="10801350" cy="727075"/>
          </a:xfrm>
          <a:prstGeom prst="rect">
            <a:avLst/>
          </a:prstGeom>
          <a:noFill/>
          <a:ln>
            <a:noFill/>
          </a:ln>
        </p:spPr>
        <p:txBody>
          <a:bodyPr spcFirstLastPara="1" wrap="square" lIns="91425" tIns="0" rIns="91425" bIns="0" anchor="b" anchorCtr="0">
            <a:normAutofit/>
          </a:bodyPr>
          <a:lstStyle>
            <a:lvl1pPr marR="0" lvl="0" algn="l">
              <a:lnSpc>
                <a:spcPct val="100000"/>
              </a:lnSpc>
              <a:spcBef>
                <a:spcPts val="0"/>
              </a:spcBef>
              <a:spcAft>
                <a:spcPts val="0"/>
              </a:spcAft>
              <a:buClr>
                <a:schemeClr val="lt1"/>
              </a:buClr>
              <a:buSzPts val="3200"/>
              <a:buFont typeface="Nunito Sans ExtraBold"/>
              <a:buNone/>
              <a:defRPr sz="32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2"/>
          <p:cNvSpPr txBox="1"/>
          <p:nvPr>
            <p:ph type="dt" idx="10"/>
          </p:nvPr>
        </p:nvSpPr>
        <p:spPr>
          <a:xfrm>
            <a:off x="612000" y="6314400"/>
            <a:ext cx="2700000"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type="sldNum" idx="12"/>
          </p:nvPr>
        </p:nvSpPr>
        <p:spPr>
          <a:xfrm>
            <a:off x="8877600" y="6314400"/>
            <a:ext cx="2700000"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pic>
        <p:nvPicPr>
          <p:cNvPr id="40" name="Google Shape;40;p22"/>
          <p:cNvPicPr preferRelativeResize="0"/>
          <p:nvPr/>
        </p:nvPicPr>
        <p:blipFill rotWithShape="1">
          <a:blip r:embed="rId2"/>
          <a:srcRect/>
          <a:stretch>
            <a:fillRect/>
          </a:stretch>
        </p:blipFill>
        <p:spPr>
          <a:xfrm>
            <a:off x="754062" y="1638300"/>
            <a:ext cx="4029075" cy="4038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End Slide">
  <p:cSld name="End Slide">
    <p:spTree>
      <p:nvGrpSpPr>
        <p:cNvPr id="41" name="Shape 41"/>
        <p:cNvGrpSpPr/>
        <p:nvPr/>
      </p:nvGrpSpPr>
      <p:grpSpPr>
        <a:xfrm>
          <a:off x="0" y="0"/>
          <a:ext cx="0" cy="0"/>
          <a:chOff x="0" y="0"/>
          <a:chExt cx="0" cy="0"/>
        </a:xfrm>
      </p:grpSpPr>
      <p:sp>
        <p:nvSpPr>
          <p:cNvPr id="42" name="Google Shape;42;p23"/>
          <p:cNvSpPr/>
          <p:nvPr/>
        </p:nvSpPr>
        <p:spPr>
          <a:xfrm rot="10800000">
            <a:off x="-1" y="0"/>
            <a:ext cx="12192000" cy="6858000"/>
          </a:xfrm>
          <a:prstGeom prst="rect">
            <a:avLst/>
          </a:prstGeom>
          <a:gradFill>
            <a:gsLst>
              <a:gs pos="0">
                <a:srgbClr val="623FD6"/>
              </a:gs>
              <a:gs pos="58000">
                <a:schemeClr val="dk2"/>
              </a:gs>
              <a:gs pos="100000">
                <a:schemeClr val="dk2"/>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Sans"/>
              <a:ea typeface="Nunito Sans"/>
              <a:cs typeface="Nunito Sans"/>
              <a:sym typeface="Nunito Sans"/>
            </a:endParaRPr>
          </a:p>
        </p:txBody>
      </p:sp>
      <p:sp>
        <p:nvSpPr>
          <p:cNvPr id="43" name="Google Shape;43;p23"/>
          <p:cNvSpPr/>
          <p:nvPr/>
        </p:nvSpPr>
        <p:spPr>
          <a:xfrm rot="10800000">
            <a:off x="0" y="0"/>
            <a:ext cx="12192000" cy="6858000"/>
          </a:xfrm>
          <a:prstGeom prst="rect">
            <a:avLst/>
          </a:prstGeom>
          <a:gradFill>
            <a:gsLst>
              <a:gs pos="0">
                <a:srgbClr val="8442E3">
                  <a:alpha val="49803"/>
                </a:srgbClr>
              </a:gs>
              <a:gs pos="58000">
                <a:srgbClr val="291667">
                  <a:alpha val="0"/>
                </a:srgbClr>
              </a:gs>
              <a:gs pos="100000">
                <a:srgbClr val="291667">
                  <a:alpha val="0"/>
                </a:srgbClr>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Sans"/>
              <a:ea typeface="Nunito Sans"/>
              <a:cs typeface="Nunito Sans"/>
              <a:sym typeface="Nunito Sans"/>
            </a:endParaRPr>
          </a:p>
        </p:txBody>
      </p:sp>
      <p:pic>
        <p:nvPicPr>
          <p:cNvPr id="44" name="Google Shape;44;p23" descr="996_画板 1"/>
          <p:cNvPicPr preferRelativeResize="0"/>
          <p:nvPr/>
        </p:nvPicPr>
        <p:blipFill rotWithShape="1">
          <a:blip r:embed="rId2"/>
          <a:srcRect/>
          <a:stretch>
            <a:fillRect/>
          </a:stretch>
        </p:blipFill>
        <p:spPr>
          <a:xfrm flipH="1">
            <a:off x="5743575" y="925195"/>
            <a:ext cx="6927215" cy="5567680"/>
          </a:xfrm>
          <a:prstGeom prst="rect">
            <a:avLst/>
          </a:prstGeom>
          <a:noFill/>
          <a:ln>
            <a:noFill/>
          </a:ln>
        </p:spPr>
      </p:pic>
      <p:sp>
        <p:nvSpPr>
          <p:cNvPr id="45" name="Google Shape;45;p23"/>
          <p:cNvSpPr/>
          <p:nvPr>
            <p:ph type="body" idx="1"/>
          </p:nvPr>
        </p:nvSpPr>
        <p:spPr>
          <a:xfrm>
            <a:off x="1006475" y="3617595"/>
            <a:ext cx="1607820" cy="421640"/>
          </a:xfrm>
          <a:prstGeom prst="roundRect">
            <a:avLst>
              <a:gd name="adj" fmla="val 50000"/>
            </a:avLst>
          </a:prstGeom>
          <a:gradFill>
            <a:gsLst>
              <a:gs pos="0">
                <a:schemeClr val="accent3"/>
              </a:gs>
              <a:gs pos="100000">
                <a:schemeClr val="accent4"/>
              </a:gs>
            </a:gsLst>
            <a:lin ang="0" scaled="0"/>
          </a:gradFill>
          <a:ln>
            <a:noFill/>
          </a:ln>
        </p:spPr>
        <p:txBody>
          <a:bodyPr spcFirstLastPara="1" wrap="square" lIns="0" tIns="0" rIns="0" bIns="0" anchor="ctr" anchorCtr="0">
            <a:normAutofit/>
          </a:bodyPr>
          <a:lstStyle>
            <a:lvl1pPr marL="457200" marR="0" lvl="0" indent="-228600" algn="ctr">
              <a:lnSpc>
                <a:spcPct val="100000"/>
              </a:lnSpc>
              <a:spcBef>
                <a:spcPts val="0"/>
              </a:spcBef>
              <a:spcAft>
                <a:spcPts val="0"/>
              </a:spcAft>
              <a:buClr>
                <a:srgbClr val="FFFFFF"/>
              </a:buClr>
              <a:buSzPts val="1400"/>
              <a:buFont typeface="Nunito Sans"/>
              <a:buNone/>
              <a:defRPr sz="1400" b="0" i="0" u="none" strike="noStrike" cap="none">
                <a:solidFill>
                  <a:srgbClr val="FFFFFF"/>
                </a:solidFill>
                <a:latin typeface="Nunito Sans"/>
                <a:ea typeface="Nunito Sans"/>
                <a:cs typeface="Nunito Sans"/>
                <a:sym typeface="Nunito Sans"/>
              </a:defRPr>
            </a:lvl1pPr>
            <a:lvl2pPr marL="914400" lvl="1" indent="-342900" algn="l">
              <a:lnSpc>
                <a:spcPct val="120000"/>
              </a:lnSpc>
              <a:spcBef>
                <a:spcPts val="1000"/>
              </a:spcBef>
              <a:spcAft>
                <a:spcPts val="0"/>
              </a:spcAft>
              <a:buClr>
                <a:schemeClr val="lt1"/>
              </a:buClr>
              <a:buSzPts val="1800"/>
              <a:buChar char="●"/>
              <a:defRPr/>
            </a:lvl2pPr>
            <a:lvl3pPr marL="1371600" lvl="2" indent="-342900" algn="l">
              <a:lnSpc>
                <a:spcPct val="120000"/>
              </a:lnSpc>
              <a:spcBef>
                <a:spcPts val="600"/>
              </a:spcBef>
              <a:spcAft>
                <a:spcPts val="0"/>
              </a:spcAft>
              <a:buClr>
                <a:schemeClr val="lt1"/>
              </a:buClr>
              <a:buSzPts val="1800"/>
              <a:buChar char="●"/>
              <a:defRPr/>
            </a:lvl3pPr>
            <a:lvl4pPr marL="1828800" lvl="3" indent="-342900" algn="l">
              <a:lnSpc>
                <a:spcPct val="120000"/>
              </a:lnSpc>
              <a:spcBef>
                <a:spcPts val="600"/>
              </a:spcBef>
              <a:spcAft>
                <a:spcPts val="0"/>
              </a:spcAft>
              <a:buClr>
                <a:schemeClr val="lt1"/>
              </a:buClr>
              <a:buSzPts val="1800"/>
              <a:buChar char="•"/>
              <a:defRPr/>
            </a:lvl4pPr>
            <a:lvl5pPr marL="2286000" lvl="4" indent="-342900" algn="l">
              <a:lnSpc>
                <a:spcPct val="120000"/>
              </a:lnSpc>
              <a:spcBef>
                <a:spcPts val="3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46" name="Google Shape;46;p23"/>
          <p:cNvSpPr txBox="1"/>
          <p:nvPr>
            <p:ph type="title"/>
          </p:nvPr>
        </p:nvSpPr>
        <p:spPr>
          <a:xfrm>
            <a:off x="1006475" y="1586608"/>
            <a:ext cx="6184265" cy="1728092"/>
          </a:xfrm>
          <a:prstGeom prst="rect">
            <a:avLst/>
          </a:prstGeom>
          <a:noFill/>
          <a:ln>
            <a:noFill/>
          </a:ln>
        </p:spPr>
        <p:txBody>
          <a:bodyPr spcFirstLastPara="1" wrap="square" lIns="0" tIns="0" rIns="0" bIns="0" anchor="b" anchorCtr="0">
            <a:normAutofit/>
          </a:bodyPr>
          <a:lstStyle>
            <a:lvl1pPr marR="0" lvl="0" algn="l">
              <a:lnSpc>
                <a:spcPct val="90000"/>
              </a:lnSpc>
              <a:spcBef>
                <a:spcPts val="0"/>
              </a:spcBef>
              <a:spcAft>
                <a:spcPts val="0"/>
              </a:spcAft>
              <a:buClr>
                <a:schemeClr val="lt1"/>
              </a:buClr>
              <a:buSzPts val="5800"/>
              <a:buFont typeface="Nunito Sans ExtraBold"/>
              <a:buNone/>
              <a:defRPr sz="58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3"/>
          <p:cNvSpPr txBox="1"/>
          <p:nvPr>
            <p:ph type="dt" idx="10"/>
          </p:nvPr>
        </p:nvSpPr>
        <p:spPr>
          <a:xfrm>
            <a:off x="612000" y="6314400"/>
            <a:ext cx="2700000"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type="sldNum" idx="12"/>
          </p:nvPr>
        </p:nvSpPr>
        <p:spPr>
          <a:xfrm>
            <a:off x="8877600" y="6314400"/>
            <a:ext cx="2700000"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50" name="Google Shape;50;p23"/>
          <p:cNvSpPr/>
          <p:nvPr/>
        </p:nvSpPr>
        <p:spPr>
          <a:xfrm>
            <a:off x="360045" y="333375"/>
            <a:ext cx="11473180" cy="6221730"/>
          </a:xfrm>
          <a:prstGeom prst="roundRect">
            <a:avLst>
              <a:gd name="adj" fmla="val 3754"/>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Nunito Sans"/>
                <a:ea typeface="Nunito Sans"/>
                <a:cs typeface="Nunito Sans"/>
                <a:sym typeface="Nunito Sans"/>
              </a:rPr>
              <a:t> </a:t>
            </a:r>
            <a:endParaRPr lang="en-US" sz="1800">
              <a:solidFill>
                <a:schemeClr val="lt1"/>
              </a:solidFill>
              <a:latin typeface="Nunito Sans"/>
              <a:ea typeface="Nunito Sans"/>
              <a:cs typeface="Nunito Sans"/>
              <a:sym typeface="Nuni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showMasterSp="0" matchingName="Section Header">
  <p:cSld name="SECTION_HEADER">
    <p:spTree>
      <p:nvGrpSpPr>
        <p:cNvPr id="51" name="Shape 51"/>
        <p:cNvGrpSpPr/>
        <p:nvPr/>
      </p:nvGrpSpPr>
      <p:grpSpPr>
        <a:xfrm>
          <a:off x="0" y="0"/>
          <a:ext cx="0" cy="0"/>
          <a:chOff x="0" y="0"/>
          <a:chExt cx="0" cy="0"/>
        </a:xfrm>
      </p:grpSpPr>
      <p:sp>
        <p:nvSpPr>
          <p:cNvPr id="52" name="Google Shape;52;p24"/>
          <p:cNvSpPr/>
          <p:nvPr/>
        </p:nvSpPr>
        <p:spPr>
          <a:xfrm rot="10800000">
            <a:off x="-1" y="0"/>
            <a:ext cx="12192000" cy="6858000"/>
          </a:xfrm>
          <a:prstGeom prst="rect">
            <a:avLst/>
          </a:prstGeom>
          <a:gradFill>
            <a:gsLst>
              <a:gs pos="0">
                <a:srgbClr val="623FD6"/>
              </a:gs>
              <a:gs pos="58000">
                <a:schemeClr val="dk2"/>
              </a:gs>
              <a:gs pos="100000">
                <a:schemeClr val="dk2"/>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Sans"/>
              <a:ea typeface="Nunito Sans"/>
              <a:cs typeface="Nunito Sans"/>
              <a:sym typeface="Nunito Sans"/>
            </a:endParaRPr>
          </a:p>
        </p:txBody>
      </p:sp>
      <p:sp>
        <p:nvSpPr>
          <p:cNvPr id="53" name="Google Shape;53;p24"/>
          <p:cNvSpPr/>
          <p:nvPr/>
        </p:nvSpPr>
        <p:spPr>
          <a:xfrm rot="10800000">
            <a:off x="0" y="-1"/>
            <a:ext cx="12192000" cy="6858000"/>
          </a:xfrm>
          <a:prstGeom prst="rect">
            <a:avLst/>
          </a:prstGeom>
          <a:gradFill>
            <a:gsLst>
              <a:gs pos="0">
                <a:srgbClr val="8442E3">
                  <a:alpha val="49803"/>
                </a:srgbClr>
              </a:gs>
              <a:gs pos="58000">
                <a:srgbClr val="291667">
                  <a:alpha val="0"/>
                </a:srgbClr>
              </a:gs>
              <a:gs pos="100000">
                <a:srgbClr val="291667">
                  <a:alpha val="0"/>
                </a:srgbClr>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Sans"/>
              <a:ea typeface="Nunito Sans"/>
              <a:cs typeface="Nunito Sans"/>
              <a:sym typeface="Nunito Sans"/>
            </a:endParaRPr>
          </a:p>
        </p:txBody>
      </p:sp>
      <p:sp>
        <p:nvSpPr>
          <p:cNvPr id="54" name="Google Shape;54;p24"/>
          <p:cNvSpPr txBox="1"/>
          <p:nvPr>
            <p:ph type="body" idx="1"/>
          </p:nvPr>
        </p:nvSpPr>
        <p:spPr>
          <a:xfrm>
            <a:off x="914400" y="1677670"/>
            <a:ext cx="6045200" cy="1855470"/>
          </a:xfrm>
          <a:prstGeom prst="rect">
            <a:avLst/>
          </a:prstGeom>
          <a:noFill/>
          <a:ln>
            <a:noFill/>
          </a:ln>
        </p:spPr>
        <p:txBody>
          <a:bodyPr spcFirstLastPara="1" wrap="square" lIns="91425" tIns="0" rIns="91425" bIns="0" anchor="b" anchorCtr="0">
            <a:normAutofit/>
          </a:bodyPr>
          <a:lstStyle>
            <a:lvl1pPr marL="457200" marR="0" lvl="0" indent="-228600" algn="l">
              <a:lnSpc>
                <a:spcPct val="120000"/>
              </a:lnSpc>
              <a:spcBef>
                <a:spcPts val="0"/>
              </a:spcBef>
              <a:spcAft>
                <a:spcPts val="0"/>
              </a:spcAft>
              <a:buClr>
                <a:schemeClr val="accent1"/>
              </a:buClr>
              <a:buSzPts val="9600"/>
              <a:buFont typeface="Nunito Sans"/>
              <a:buNone/>
              <a:defRPr sz="9600" b="0" i="0" u="none" strike="noStrike" cap="none">
                <a:solidFill>
                  <a:schemeClr val="accent1"/>
                </a:solidFill>
                <a:latin typeface="Nunito Sans"/>
                <a:ea typeface="Nunito Sans"/>
                <a:cs typeface="Nunito Sans"/>
                <a:sym typeface="Nunito Sans"/>
              </a:defRPr>
            </a:lvl1pPr>
            <a:lvl2pPr marL="914400" lvl="1" indent="-342900" algn="l">
              <a:lnSpc>
                <a:spcPct val="120000"/>
              </a:lnSpc>
              <a:spcBef>
                <a:spcPts val="1000"/>
              </a:spcBef>
              <a:spcAft>
                <a:spcPts val="0"/>
              </a:spcAft>
              <a:buClr>
                <a:schemeClr val="lt1"/>
              </a:buClr>
              <a:buSzPts val="1800"/>
              <a:buChar char="●"/>
              <a:defRPr/>
            </a:lvl2pPr>
            <a:lvl3pPr marL="1371600" lvl="2" indent="-342900" algn="l">
              <a:lnSpc>
                <a:spcPct val="120000"/>
              </a:lnSpc>
              <a:spcBef>
                <a:spcPts val="600"/>
              </a:spcBef>
              <a:spcAft>
                <a:spcPts val="0"/>
              </a:spcAft>
              <a:buClr>
                <a:schemeClr val="lt1"/>
              </a:buClr>
              <a:buSzPts val="1800"/>
              <a:buChar char="●"/>
              <a:defRPr/>
            </a:lvl3pPr>
            <a:lvl4pPr marL="1828800" lvl="3" indent="-342900" algn="l">
              <a:lnSpc>
                <a:spcPct val="120000"/>
              </a:lnSpc>
              <a:spcBef>
                <a:spcPts val="600"/>
              </a:spcBef>
              <a:spcAft>
                <a:spcPts val="0"/>
              </a:spcAft>
              <a:buClr>
                <a:schemeClr val="lt1"/>
              </a:buClr>
              <a:buSzPts val="1800"/>
              <a:buChar char="•"/>
              <a:defRPr/>
            </a:lvl4pPr>
            <a:lvl5pPr marL="2286000" lvl="4" indent="-342900" algn="l">
              <a:lnSpc>
                <a:spcPct val="120000"/>
              </a:lnSpc>
              <a:spcBef>
                <a:spcPts val="3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55" name="Google Shape;55;p24"/>
          <p:cNvSpPr txBox="1"/>
          <p:nvPr>
            <p:ph type="title"/>
          </p:nvPr>
        </p:nvSpPr>
        <p:spPr>
          <a:xfrm>
            <a:off x="895350" y="3533140"/>
            <a:ext cx="6045200" cy="1541145"/>
          </a:xfrm>
          <a:prstGeom prst="rect">
            <a:avLst/>
          </a:prstGeom>
          <a:noFill/>
          <a:ln>
            <a:noFill/>
          </a:ln>
        </p:spPr>
        <p:txBody>
          <a:bodyPr spcFirstLastPara="1" wrap="square" lIns="91425" tIns="45700" rIns="91425" bIns="45700" anchor="t" anchorCtr="0">
            <a:normAutofit/>
          </a:bodyPr>
          <a:lstStyle>
            <a:lvl1pPr marR="0" lvl="0" algn="l">
              <a:lnSpc>
                <a:spcPct val="100000"/>
              </a:lnSpc>
              <a:spcBef>
                <a:spcPts val="0"/>
              </a:spcBef>
              <a:spcAft>
                <a:spcPts val="0"/>
              </a:spcAft>
              <a:buClr>
                <a:schemeClr val="lt1"/>
              </a:buClr>
              <a:buSzPts val="3600"/>
              <a:buFont typeface="Nunito Sans ExtraBold"/>
              <a:buNone/>
              <a:defRPr sz="36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type="dt" idx="10"/>
          </p:nvPr>
        </p:nvSpPr>
        <p:spPr>
          <a:xfrm>
            <a:off x="612000" y="6314400"/>
            <a:ext cx="2700000"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4"/>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4"/>
          <p:cNvSpPr txBox="1"/>
          <p:nvPr>
            <p:ph type="sldNum" idx="12"/>
          </p:nvPr>
        </p:nvSpPr>
        <p:spPr>
          <a:xfrm>
            <a:off x="8877600" y="6314400"/>
            <a:ext cx="2700000"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pic>
        <p:nvPicPr>
          <p:cNvPr id="59" name="Google Shape;59;p24"/>
          <p:cNvPicPr preferRelativeResize="0"/>
          <p:nvPr/>
        </p:nvPicPr>
        <p:blipFill rotWithShape="1">
          <a:blip r:embed="rId2"/>
          <a:srcRect/>
          <a:stretch>
            <a:fillRect/>
          </a:stretch>
        </p:blipFill>
        <p:spPr>
          <a:xfrm>
            <a:off x="6653212" y="1820862"/>
            <a:ext cx="4676775" cy="4333875"/>
          </a:xfrm>
          <a:prstGeom prst="rect">
            <a:avLst/>
          </a:prstGeom>
          <a:noFill/>
          <a:ln>
            <a:noFill/>
          </a:ln>
        </p:spPr>
      </p:pic>
      <p:sp>
        <p:nvSpPr>
          <p:cNvPr id="60" name="Google Shape;60;p24"/>
          <p:cNvSpPr/>
          <p:nvPr/>
        </p:nvSpPr>
        <p:spPr>
          <a:xfrm>
            <a:off x="360045" y="333375"/>
            <a:ext cx="11473180" cy="6221730"/>
          </a:xfrm>
          <a:prstGeom prst="roundRect">
            <a:avLst>
              <a:gd name="adj" fmla="val 3754"/>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Nunito Sans"/>
                <a:ea typeface="Nunito Sans"/>
                <a:cs typeface="Nunito Sans"/>
                <a:sym typeface="Nunito Sans"/>
              </a:rPr>
              <a:t> </a:t>
            </a:r>
            <a:endParaRPr lang="en-US" sz="1800">
              <a:solidFill>
                <a:schemeClr val="lt1"/>
              </a:solidFill>
              <a:latin typeface="Nunito Sans"/>
              <a:ea typeface="Nunito Sans"/>
              <a:cs typeface="Nunito Sans"/>
              <a:sym typeface="Nuni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61" name="Shape 61"/>
        <p:cNvGrpSpPr/>
        <p:nvPr/>
      </p:nvGrpSpPr>
      <p:grpSpPr>
        <a:xfrm>
          <a:off x="0" y="0"/>
          <a:ext cx="0" cy="0"/>
          <a:chOff x="0" y="0"/>
          <a:chExt cx="0" cy="0"/>
        </a:xfrm>
      </p:grpSpPr>
      <p:sp>
        <p:nvSpPr>
          <p:cNvPr id="62" name="Google Shape;62;p25"/>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lt1"/>
              </a:buClr>
              <a:buSzPts val="2800"/>
              <a:buFont typeface="Nunito Sans ExtraBold"/>
              <a:buNone/>
              <a:defRPr sz="28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txBox="1"/>
          <p:nvPr>
            <p:ph type="body" idx="1"/>
          </p:nvPr>
        </p:nvSpPr>
        <p:spPr>
          <a:xfrm>
            <a:off x="6400805" y="1250066"/>
            <a:ext cx="5093995" cy="4999527"/>
          </a:xfrm>
          <a:prstGeom prst="rect">
            <a:avLst/>
          </a:prstGeom>
          <a:noFill/>
          <a:ln>
            <a:noFill/>
          </a:ln>
        </p:spPr>
        <p:txBody>
          <a:bodyPr spcFirstLastPara="1" wrap="square" lIns="90000" tIns="46800" rIns="90000" bIns="46800" anchor="t" anchorCtr="0">
            <a:normAutofit/>
          </a:bodyPr>
          <a:lstStyle>
            <a:lvl1pPr marL="457200" marR="0" lvl="0" indent="-342900" algn="l">
              <a:lnSpc>
                <a:spcPct val="130000"/>
              </a:lnSpc>
              <a:spcBef>
                <a:spcPts val="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1pPr>
            <a:lvl2pPr marL="914400" marR="0" lvl="1" indent="-330200" algn="l">
              <a:lnSpc>
                <a:spcPct val="120000"/>
              </a:lnSpc>
              <a:spcBef>
                <a:spcPts val="10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2pPr>
            <a:lvl3pPr marL="1371600" marR="0" lvl="2" indent="-330200" algn="l">
              <a:lnSpc>
                <a:spcPct val="120000"/>
              </a:lnSpc>
              <a:spcBef>
                <a:spcPts val="6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3pPr>
            <a:lvl4pPr marL="1828800" marR="0" lvl="3" indent="-317500" algn="l">
              <a:lnSpc>
                <a:spcPct val="120000"/>
              </a:lnSpc>
              <a:spcBef>
                <a:spcPts val="600"/>
              </a:spcBef>
              <a:spcAft>
                <a:spcPts val="0"/>
              </a:spcAft>
              <a:buClr>
                <a:schemeClr val="lt1"/>
              </a:buClr>
              <a:buSzPts val="1400"/>
              <a:buFont typeface="Noto Sans Symbols"/>
              <a:buChar char="•"/>
              <a:defRPr sz="1400" b="0" i="0" u="none" strike="noStrike" cap="none">
                <a:solidFill>
                  <a:schemeClr val="lt1"/>
                </a:solidFill>
                <a:latin typeface="Nunito Sans"/>
                <a:ea typeface="Nunito Sans"/>
                <a:cs typeface="Nunito Sans"/>
                <a:sym typeface="Nunito Sans"/>
              </a:defRPr>
            </a:lvl4pPr>
            <a:lvl5pPr marL="2286000" marR="0" lvl="4" indent="-317500" algn="l">
              <a:lnSpc>
                <a:spcPct val="120000"/>
              </a:lnSpc>
              <a:spcBef>
                <a:spcPts val="300"/>
              </a:spcBef>
              <a:spcAft>
                <a:spcPts val="0"/>
              </a:spcAft>
              <a:buClr>
                <a:schemeClr val="lt1"/>
              </a:buClr>
              <a:buSzPts val="1400"/>
              <a:buFont typeface="Arial" panose="020B0604020202020204"/>
              <a:buChar char="•"/>
              <a:defRPr sz="1400" b="0" i="0" u="none" strike="noStrike" cap="none">
                <a:solidFill>
                  <a:schemeClr val="lt1"/>
                </a:solidFill>
                <a:latin typeface="Nunito Sans"/>
                <a:ea typeface="Nunito Sans"/>
                <a:cs typeface="Nunito Sans"/>
                <a:sym typeface="Nunito Sans"/>
              </a:defRPr>
            </a:lvl5pPr>
            <a:lvl6pPr marL="2743200" lvl="5" indent="-228600" algn="l">
              <a:lnSpc>
                <a:spcPct val="90000"/>
              </a:lnSpc>
              <a:spcBef>
                <a:spcPts val="500"/>
              </a:spcBef>
              <a:spcAft>
                <a:spcPts val="0"/>
              </a:spcAft>
              <a:buClr>
                <a:schemeClr val="lt1"/>
              </a:buClr>
              <a:buSzPts val="1800"/>
              <a:buFont typeface="Arial" panose="020B0604020202020204"/>
              <a:buNone/>
              <a:defRPr/>
            </a:lvl6pPr>
            <a:lvl7pPr marL="3200400" lvl="6" indent="-342900" algn="l">
              <a:lnSpc>
                <a:spcPct val="90000"/>
              </a:lnSpc>
              <a:spcBef>
                <a:spcPts val="500"/>
              </a:spcBef>
              <a:spcAft>
                <a:spcPts val="0"/>
              </a:spcAft>
              <a:buClr>
                <a:schemeClr val="lt1"/>
              </a:buClr>
              <a:buSzPts val="1800"/>
              <a:buFont typeface="Arial" panose="020B0604020202020204"/>
              <a:buChar char="•"/>
              <a:defRPr/>
            </a:lvl7pPr>
            <a:lvl8pPr marL="3657600" lvl="7" indent="-342900" algn="l">
              <a:lnSpc>
                <a:spcPct val="90000"/>
              </a:lnSpc>
              <a:spcBef>
                <a:spcPts val="500"/>
              </a:spcBef>
              <a:spcAft>
                <a:spcPts val="0"/>
              </a:spcAft>
              <a:buClr>
                <a:schemeClr val="lt1"/>
              </a:buClr>
              <a:buSzPts val="1800"/>
              <a:buFont typeface="Arial" panose="020B0604020202020204"/>
              <a:buChar char="•"/>
              <a:defRPr/>
            </a:lvl8pPr>
            <a:lvl9pPr marL="4114800" lvl="8" indent="-342900" algn="l">
              <a:lnSpc>
                <a:spcPct val="90000"/>
              </a:lnSpc>
              <a:spcBef>
                <a:spcPts val="500"/>
              </a:spcBef>
              <a:spcAft>
                <a:spcPts val="0"/>
              </a:spcAft>
              <a:buClr>
                <a:schemeClr val="lt1"/>
              </a:buClr>
              <a:buSzPts val="1800"/>
              <a:buFont typeface="Arial" panose="020B0604020202020204"/>
              <a:buChar char="•"/>
              <a:defRPr/>
            </a:lvl9pPr>
          </a:lstStyle>
          <a:p/>
        </p:txBody>
      </p:sp>
      <p:sp>
        <p:nvSpPr>
          <p:cNvPr id="64" name="Google Shape;64;p25"/>
          <p:cNvSpPr txBox="1"/>
          <p:nvPr>
            <p:ph type="body" idx="2"/>
          </p:nvPr>
        </p:nvSpPr>
        <p:spPr>
          <a:xfrm>
            <a:off x="691206" y="1250066"/>
            <a:ext cx="5093994" cy="4999527"/>
          </a:xfrm>
          <a:prstGeom prst="rect">
            <a:avLst/>
          </a:prstGeom>
          <a:noFill/>
          <a:ln>
            <a:noFill/>
          </a:ln>
        </p:spPr>
        <p:txBody>
          <a:bodyPr spcFirstLastPara="1" wrap="square" lIns="90000" tIns="46800" rIns="90000" bIns="46800" anchor="t" anchorCtr="0">
            <a:normAutofit/>
          </a:bodyPr>
          <a:lstStyle>
            <a:lvl1pPr marL="457200" marR="0" lvl="0" indent="-342900" algn="l">
              <a:lnSpc>
                <a:spcPct val="130000"/>
              </a:lnSpc>
              <a:spcBef>
                <a:spcPts val="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1pPr>
            <a:lvl2pPr marL="914400" marR="0" lvl="1" indent="-330200" algn="l">
              <a:lnSpc>
                <a:spcPct val="120000"/>
              </a:lnSpc>
              <a:spcBef>
                <a:spcPts val="10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2pPr>
            <a:lvl3pPr marL="1371600" marR="0" lvl="2" indent="-330200" algn="l">
              <a:lnSpc>
                <a:spcPct val="120000"/>
              </a:lnSpc>
              <a:spcBef>
                <a:spcPts val="6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3pPr>
            <a:lvl4pPr marL="1828800" marR="0" lvl="3" indent="-317500" algn="l">
              <a:lnSpc>
                <a:spcPct val="120000"/>
              </a:lnSpc>
              <a:spcBef>
                <a:spcPts val="600"/>
              </a:spcBef>
              <a:spcAft>
                <a:spcPts val="0"/>
              </a:spcAft>
              <a:buClr>
                <a:schemeClr val="lt1"/>
              </a:buClr>
              <a:buSzPts val="1400"/>
              <a:buFont typeface="Noto Sans Symbols"/>
              <a:buChar char="•"/>
              <a:defRPr sz="1400" b="0" i="0" u="none" strike="noStrike" cap="none">
                <a:solidFill>
                  <a:schemeClr val="lt1"/>
                </a:solidFill>
                <a:latin typeface="Nunito Sans"/>
                <a:ea typeface="Nunito Sans"/>
                <a:cs typeface="Nunito Sans"/>
                <a:sym typeface="Nunito Sans"/>
              </a:defRPr>
            </a:lvl4pPr>
            <a:lvl5pPr marL="2286000" marR="0" lvl="4" indent="-317500" algn="l">
              <a:lnSpc>
                <a:spcPct val="120000"/>
              </a:lnSpc>
              <a:spcBef>
                <a:spcPts val="300"/>
              </a:spcBef>
              <a:spcAft>
                <a:spcPts val="0"/>
              </a:spcAft>
              <a:buClr>
                <a:schemeClr val="lt1"/>
              </a:buClr>
              <a:buSzPts val="1400"/>
              <a:buFont typeface="Arial" panose="020B0604020202020204"/>
              <a:buChar char="•"/>
              <a:defRPr sz="1400" b="0" i="0" u="none" strike="noStrike" cap="none">
                <a:solidFill>
                  <a:schemeClr val="lt1"/>
                </a:solidFill>
                <a:latin typeface="Nunito Sans"/>
                <a:ea typeface="Nunito Sans"/>
                <a:cs typeface="Nunito Sans"/>
                <a:sym typeface="Nunito Sans"/>
              </a:defRPr>
            </a:lvl5pPr>
            <a:lvl6pPr marL="2743200" lvl="5" indent="-228600" algn="l">
              <a:lnSpc>
                <a:spcPct val="90000"/>
              </a:lnSpc>
              <a:spcBef>
                <a:spcPts val="500"/>
              </a:spcBef>
              <a:spcAft>
                <a:spcPts val="0"/>
              </a:spcAft>
              <a:buClr>
                <a:schemeClr val="lt1"/>
              </a:buClr>
              <a:buSzPts val="1800"/>
              <a:buFont typeface="Arial" panose="020B0604020202020204"/>
              <a:buNone/>
              <a:defRPr/>
            </a:lvl6pPr>
            <a:lvl7pPr marL="3200400" lvl="6" indent="-342900" algn="l">
              <a:lnSpc>
                <a:spcPct val="90000"/>
              </a:lnSpc>
              <a:spcBef>
                <a:spcPts val="500"/>
              </a:spcBef>
              <a:spcAft>
                <a:spcPts val="0"/>
              </a:spcAft>
              <a:buClr>
                <a:schemeClr val="lt1"/>
              </a:buClr>
              <a:buSzPts val="1800"/>
              <a:buFont typeface="Arial" panose="020B0604020202020204"/>
              <a:buChar char="•"/>
              <a:defRPr/>
            </a:lvl7pPr>
            <a:lvl8pPr marL="3657600" lvl="7" indent="-342900" algn="l">
              <a:lnSpc>
                <a:spcPct val="90000"/>
              </a:lnSpc>
              <a:spcBef>
                <a:spcPts val="500"/>
              </a:spcBef>
              <a:spcAft>
                <a:spcPts val="0"/>
              </a:spcAft>
              <a:buClr>
                <a:schemeClr val="lt1"/>
              </a:buClr>
              <a:buSzPts val="1800"/>
              <a:buFont typeface="Arial" panose="020B0604020202020204"/>
              <a:buChar char="•"/>
              <a:defRPr/>
            </a:lvl8pPr>
            <a:lvl9pPr marL="4114800" lvl="8" indent="-342900" algn="l">
              <a:lnSpc>
                <a:spcPct val="90000"/>
              </a:lnSpc>
              <a:spcBef>
                <a:spcPts val="500"/>
              </a:spcBef>
              <a:spcAft>
                <a:spcPts val="0"/>
              </a:spcAft>
              <a:buClr>
                <a:schemeClr val="lt1"/>
              </a:buClr>
              <a:buSzPts val="1800"/>
              <a:buFont typeface="Arial" panose="020B0604020202020204"/>
              <a:buChar char="•"/>
              <a:defRPr/>
            </a:lvl9pPr>
          </a:lstStyle>
          <a:p/>
        </p:txBody>
      </p:sp>
      <p:sp>
        <p:nvSpPr>
          <p:cNvPr id="65" name="Google Shape;65;p25"/>
          <p:cNvSpPr txBox="1"/>
          <p:nvPr>
            <p:ph type="dt" idx="10"/>
          </p:nvPr>
        </p:nvSpPr>
        <p:spPr>
          <a:xfrm>
            <a:off x="695324" y="6314400"/>
            <a:ext cx="2616675"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type="sldNum" idx="12"/>
          </p:nvPr>
        </p:nvSpPr>
        <p:spPr>
          <a:xfrm>
            <a:off x="8877600" y="6314400"/>
            <a:ext cx="2619075"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68" name="Shape 68"/>
        <p:cNvGrpSpPr/>
        <p:nvPr/>
      </p:nvGrpSpPr>
      <p:grpSpPr>
        <a:xfrm>
          <a:off x="0" y="0"/>
          <a:ext cx="0" cy="0"/>
          <a:chOff x="0" y="0"/>
          <a:chExt cx="0" cy="0"/>
        </a:xfrm>
      </p:grpSpPr>
      <p:sp>
        <p:nvSpPr>
          <p:cNvPr id="69" name="Google Shape;69;p26"/>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lt1"/>
              </a:buClr>
              <a:buSzPts val="2800"/>
              <a:buFont typeface="Nunito Sans ExtraBold"/>
              <a:buNone/>
              <a:defRPr sz="28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type="body" idx="1"/>
          </p:nvPr>
        </p:nvSpPr>
        <p:spPr>
          <a:xfrm>
            <a:off x="6235200" y="1854000"/>
            <a:ext cx="5261475" cy="4395600"/>
          </a:xfrm>
          <a:prstGeom prst="rect">
            <a:avLst/>
          </a:prstGeom>
          <a:noFill/>
          <a:ln>
            <a:noFill/>
          </a:ln>
        </p:spPr>
        <p:txBody>
          <a:bodyPr spcFirstLastPara="1" wrap="square" lIns="90000" tIns="46800" rIns="90000" bIns="46800" anchor="t" anchorCtr="0">
            <a:normAutofit/>
          </a:bodyPr>
          <a:lstStyle>
            <a:lvl1pPr marL="457200" marR="0" lvl="0" indent="-342900" algn="l">
              <a:lnSpc>
                <a:spcPct val="130000"/>
              </a:lnSpc>
              <a:spcBef>
                <a:spcPts val="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1pPr>
            <a:lvl2pPr marL="914400" marR="0" lvl="1" indent="-330200" algn="l">
              <a:lnSpc>
                <a:spcPct val="120000"/>
              </a:lnSpc>
              <a:spcBef>
                <a:spcPts val="10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2pPr>
            <a:lvl3pPr marL="1371600" marR="0" lvl="2" indent="-330200" algn="l">
              <a:lnSpc>
                <a:spcPct val="120000"/>
              </a:lnSpc>
              <a:spcBef>
                <a:spcPts val="6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3pPr>
            <a:lvl4pPr marL="1828800" marR="0" lvl="3" indent="-317500" algn="l">
              <a:lnSpc>
                <a:spcPct val="120000"/>
              </a:lnSpc>
              <a:spcBef>
                <a:spcPts val="600"/>
              </a:spcBef>
              <a:spcAft>
                <a:spcPts val="0"/>
              </a:spcAft>
              <a:buClr>
                <a:schemeClr val="lt1"/>
              </a:buClr>
              <a:buSzPts val="1400"/>
              <a:buFont typeface="Noto Sans Symbols"/>
              <a:buChar char="•"/>
              <a:defRPr sz="1400" b="0" i="0" u="none" strike="noStrike" cap="none">
                <a:solidFill>
                  <a:schemeClr val="lt1"/>
                </a:solidFill>
                <a:latin typeface="Nunito Sans"/>
                <a:ea typeface="Nunito Sans"/>
                <a:cs typeface="Nunito Sans"/>
                <a:sym typeface="Nunito Sans"/>
              </a:defRPr>
            </a:lvl4pPr>
            <a:lvl5pPr marL="2286000" marR="0" lvl="4" indent="-317500" algn="l">
              <a:lnSpc>
                <a:spcPct val="120000"/>
              </a:lnSpc>
              <a:spcBef>
                <a:spcPts val="300"/>
              </a:spcBef>
              <a:spcAft>
                <a:spcPts val="0"/>
              </a:spcAft>
              <a:buClr>
                <a:schemeClr val="lt1"/>
              </a:buClr>
              <a:buSzPts val="1400"/>
              <a:buFont typeface="Arial" panose="020B0604020202020204"/>
              <a:buChar char="•"/>
              <a:defRPr sz="1400" b="0" i="0" u="none" strike="noStrike" cap="none">
                <a:solidFill>
                  <a:schemeClr val="lt1"/>
                </a:solidFill>
                <a:latin typeface="Nunito Sans"/>
                <a:ea typeface="Nunito Sans"/>
                <a:cs typeface="Nunito Sans"/>
                <a:sym typeface="Nunito Sans"/>
              </a:defRPr>
            </a:lvl5pPr>
            <a:lvl6pPr marL="2743200" lvl="5" indent="-228600" algn="l">
              <a:lnSpc>
                <a:spcPct val="90000"/>
              </a:lnSpc>
              <a:spcBef>
                <a:spcPts val="500"/>
              </a:spcBef>
              <a:spcAft>
                <a:spcPts val="0"/>
              </a:spcAft>
              <a:buClr>
                <a:schemeClr val="lt1"/>
              </a:buClr>
              <a:buSzPts val="1800"/>
              <a:buFont typeface="Arial" panose="020B0604020202020204"/>
              <a:buNone/>
              <a:defRPr/>
            </a:lvl6pPr>
            <a:lvl7pPr marL="3200400" lvl="6" indent="-342900" algn="l">
              <a:lnSpc>
                <a:spcPct val="90000"/>
              </a:lnSpc>
              <a:spcBef>
                <a:spcPts val="500"/>
              </a:spcBef>
              <a:spcAft>
                <a:spcPts val="0"/>
              </a:spcAft>
              <a:buClr>
                <a:schemeClr val="lt1"/>
              </a:buClr>
              <a:buSzPts val="1800"/>
              <a:buFont typeface="Arial" panose="020B0604020202020204"/>
              <a:buChar char="•"/>
              <a:defRPr/>
            </a:lvl7pPr>
            <a:lvl8pPr marL="3657600" lvl="7" indent="-342900" algn="l">
              <a:lnSpc>
                <a:spcPct val="90000"/>
              </a:lnSpc>
              <a:spcBef>
                <a:spcPts val="500"/>
              </a:spcBef>
              <a:spcAft>
                <a:spcPts val="0"/>
              </a:spcAft>
              <a:buClr>
                <a:schemeClr val="lt1"/>
              </a:buClr>
              <a:buSzPts val="1800"/>
              <a:buFont typeface="Arial" panose="020B0604020202020204"/>
              <a:buChar char="•"/>
              <a:defRPr/>
            </a:lvl8pPr>
            <a:lvl9pPr marL="4114800" lvl="8" indent="-342900" algn="l">
              <a:lnSpc>
                <a:spcPct val="90000"/>
              </a:lnSpc>
              <a:spcBef>
                <a:spcPts val="500"/>
              </a:spcBef>
              <a:spcAft>
                <a:spcPts val="0"/>
              </a:spcAft>
              <a:buClr>
                <a:schemeClr val="lt1"/>
              </a:buClr>
              <a:buSzPts val="1800"/>
              <a:buFont typeface="Arial" panose="020B0604020202020204"/>
              <a:buChar char="•"/>
              <a:defRPr/>
            </a:lvl9pPr>
          </a:lstStyle>
          <a:p/>
        </p:txBody>
      </p:sp>
      <p:sp>
        <p:nvSpPr>
          <p:cNvPr id="71" name="Google Shape;71;p26"/>
          <p:cNvSpPr txBox="1"/>
          <p:nvPr>
            <p:ph type="title" idx="2"/>
          </p:nvPr>
        </p:nvSpPr>
        <p:spPr>
          <a:xfrm>
            <a:off x="6235200" y="1226215"/>
            <a:ext cx="5261475" cy="462885"/>
          </a:xfrm>
          <a:prstGeom prst="rect">
            <a:avLst/>
          </a:prstGeom>
          <a:noFill/>
          <a:ln>
            <a:noFill/>
          </a:ln>
        </p:spPr>
        <p:txBody>
          <a:bodyPr spcFirstLastPara="1" wrap="square" lIns="91425" tIns="0" rIns="91425" bIns="0" anchor="b" anchorCtr="0">
            <a:normAutofit/>
          </a:bodyPr>
          <a:lstStyle>
            <a:lvl1pPr marR="0" lvl="0" algn="l">
              <a:lnSpc>
                <a:spcPct val="100000"/>
              </a:lnSpc>
              <a:spcBef>
                <a:spcPts val="0"/>
              </a:spcBef>
              <a:spcAft>
                <a:spcPts val="0"/>
              </a:spcAft>
              <a:buClr>
                <a:schemeClr val="lt1"/>
              </a:buClr>
              <a:buSzPts val="2000"/>
              <a:buFont typeface="Nunito Sans ExtraBold"/>
              <a:buNone/>
              <a:defRPr sz="2000" b="1"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6"/>
          <p:cNvSpPr txBox="1"/>
          <p:nvPr>
            <p:ph type="body" idx="3"/>
          </p:nvPr>
        </p:nvSpPr>
        <p:spPr>
          <a:xfrm>
            <a:off x="694800" y="1854000"/>
            <a:ext cx="5256000" cy="4395600"/>
          </a:xfrm>
          <a:prstGeom prst="rect">
            <a:avLst/>
          </a:prstGeom>
          <a:noFill/>
          <a:ln>
            <a:noFill/>
          </a:ln>
        </p:spPr>
        <p:txBody>
          <a:bodyPr spcFirstLastPara="1" wrap="square" lIns="90000" tIns="46800" rIns="90000" bIns="46800" anchor="t" anchorCtr="0">
            <a:normAutofit/>
          </a:bodyPr>
          <a:lstStyle>
            <a:lvl1pPr marL="457200" marR="0" lvl="0" indent="-342900" algn="l">
              <a:lnSpc>
                <a:spcPct val="130000"/>
              </a:lnSpc>
              <a:spcBef>
                <a:spcPts val="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1pPr>
            <a:lvl2pPr marL="914400" marR="0" lvl="1" indent="-330200" algn="l">
              <a:lnSpc>
                <a:spcPct val="120000"/>
              </a:lnSpc>
              <a:spcBef>
                <a:spcPts val="10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2pPr>
            <a:lvl3pPr marL="1371600" marR="0" lvl="2" indent="-330200" algn="l">
              <a:lnSpc>
                <a:spcPct val="120000"/>
              </a:lnSpc>
              <a:spcBef>
                <a:spcPts val="6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3pPr>
            <a:lvl4pPr marL="1828800" marR="0" lvl="3" indent="-317500" algn="l">
              <a:lnSpc>
                <a:spcPct val="120000"/>
              </a:lnSpc>
              <a:spcBef>
                <a:spcPts val="600"/>
              </a:spcBef>
              <a:spcAft>
                <a:spcPts val="0"/>
              </a:spcAft>
              <a:buClr>
                <a:schemeClr val="lt1"/>
              </a:buClr>
              <a:buSzPts val="1400"/>
              <a:buFont typeface="Noto Sans Symbols"/>
              <a:buChar char="•"/>
              <a:defRPr sz="1400" b="0" i="0" u="none" strike="noStrike" cap="none">
                <a:solidFill>
                  <a:schemeClr val="lt1"/>
                </a:solidFill>
                <a:latin typeface="Nunito Sans"/>
                <a:ea typeface="Nunito Sans"/>
                <a:cs typeface="Nunito Sans"/>
                <a:sym typeface="Nunito Sans"/>
              </a:defRPr>
            </a:lvl4pPr>
            <a:lvl5pPr marL="2286000" marR="0" lvl="4" indent="-317500" algn="l">
              <a:lnSpc>
                <a:spcPct val="120000"/>
              </a:lnSpc>
              <a:spcBef>
                <a:spcPts val="300"/>
              </a:spcBef>
              <a:spcAft>
                <a:spcPts val="0"/>
              </a:spcAft>
              <a:buClr>
                <a:schemeClr val="lt1"/>
              </a:buClr>
              <a:buSzPts val="1400"/>
              <a:buFont typeface="Arial" panose="020B0604020202020204"/>
              <a:buChar char="•"/>
              <a:defRPr sz="1400" b="0" i="0" u="none" strike="noStrike" cap="none">
                <a:solidFill>
                  <a:schemeClr val="lt1"/>
                </a:solidFill>
                <a:latin typeface="Nunito Sans"/>
                <a:ea typeface="Nunito Sans"/>
                <a:cs typeface="Nunito Sans"/>
                <a:sym typeface="Nunito Sans"/>
              </a:defRPr>
            </a:lvl5pPr>
            <a:lvl6pPr marL="2743200" lvl="5" indent="-228600" algn="l">
              <a:lnSpc>
                <a:spcPct val="90000"/>
              </a:lnSpc>
              <a:spcBef>
                <a:spcPts val="500"/>
              </a:spcBef>
              <a:spcAft>
                <a:spcPts val="0"/>
              </a:spcAft>
              <a:buClr>
                <a:schemeClr val="lt1"/>
              </a:buClr>
              <a:buSzPts val="1800"/>
              <a:buFont typeface="Arial" panose="020B0604020202020204"/>
              <a:buNone/>
              <a:defRPr/>
            </a:lvl6pPr>
            <a:lvl7pPr marL="3200400" lvl="6" indent="-342900" algn="l">
              <a:lnSpc>
                <a:spcPct val="90000"/>
              </a:lnSpc>
              <a:spcBef>
                <a:spcPts val="500"/>
              </a:spcBef>
              <a:spcAft>
                <a:spcPts val="0"/>
              </a:spcAft>
              <a:buClr>
                <a:schemeClr val="lt1"/>
              </a:buClr>
              <a:buSzPts val="1800"/>
              <a:buFont typeface="Arial" panose="020B0604020202020204"/>
              <a:buChar char="•"/>
              <a:defRPr/>
            </a:lvl7pPr>
            <a:lvl8pPr marL="3657600" lvl="7" indent="-342900" algn="l">
              <a:lnSpc>
                <a:spcPct val="90000"/>
              </a:lnSpc>
              <a:spcBef>
                <a:spcPts val="500"/>
              </a:spcBef>
              <a:spcAft>
                <a:spcPts val="0"/>
              </a:spcAft>
              <a:buClr>
                <a:schemeClr val="lt1"/>
              </a:buClr>
              <a:buSzPts val="1800"/>
              <a:buFont typeface="Arial" panose="020B0604020202020204"/>
              <a:buChar char="•"/>
              <a:defRPr/>
            </a:lvl8pPr>
            <a:lvl9pPr marL="4114800" lvl="8" indent="-342900" algn="l">
              <a:lnSpc>
                <a:spcPct val="90000"/>
              </a:lnSpc>
              <a:spcBef>
                <a:spcPts val="500"/>
              </a:spcBef>
              <a:spcAft>
                <a:spcPts val="0"/>
              </a:spcAft>
              <a:buClr>
                <a:schemeClr val="lt1"/>
              </a:buClr>
              <a:buSzPts val="1800"/>
              <a:buFont typeface="Arial" panose="020B0604020202020204"/>
              <a:buChar char="•"/>
              <a:defRPr/>
            </a:lvl9pPr>
          </a:lstStyle>
          <a:p/>
        </p:txBody>
      </p:sp>
      <p:sp>
        <p:nvSpPr>
          <p:cNvPr id="73" name="Google Shape;73;p26"/>
          <p:cNvSpPr txBox="1"/>
          <p:nvPr>
            <p:ph type="title" idx="4"/>
          </p:nvPr>
        </p:nvSpPr>
        <p:spPr>
          <a:xfrm>
            <a:off x="694800" y="1225550"/>
            <a:ext cx="5256000" cy="462885"/>
          </a:xfrm>
          <a:prstGeom prst="rect">
            <a:avLst/>
          </a:prstGeom>
          <a:noFill/>
          <a:ln>
            <a:noFill/>
          </a:ln>
        </p:spPr>
        <p:txBody>
          <a:bodyPr spcFirstLastPara="1" wrap="square" lIns="91425" tIns="0" rIns="91425" bIns="0" anchor="b" anchorCtr="0">
            <a:normAutofit/>
          </a:bodyPr>
          <a:lstStyle>
            <a:lvl1pPr marR="0" lvl="0" algn="l">
              <a:lnSpc>
                <a:spcPct val="100000"/>
              </a:lnSpc>
              <a:spcBef>
                <a:spcPts val="0"/>
              </a:spcBef>
              <a:spcAft>
                <a:spcPts val="0"/>
              </a:spcAft>
              <a:buClr>
                <a:schemeClr val="lt1"/>
              </a:buClr>
              <a:buSzPts val="2000"/>
              <a:buFont typeface="Nunito Sans ExtraBold"/>
              <a:buNone/>
              <a:defRPr sz="2000" b="1"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type="dt" idx="10"/>
          </p:nvPr>
        </p:nvSpPr>
        <p:spPr>
          <a:xfrm>
            <a:off x="718184" y="6314400"/>
            <a:ext cx="2593815"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6"/>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type="sldNum" idx="12"/>
          </p:nvPr>
        </p:nvSpPr>
        <p:spPr>
          <a:xfrm>
            <a:off x="8877600" y="6314400"/>
            <a:ext cx="2619075"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77" name="Shape 77"/>
        <p:cNvGrpSpPr/>
        <p:nvPr/>
      </p:nvGrpSpPr>
      <p:grpSpPr>
        <a:xfrm>
          <a:off x="0" y="0"/>
          <a:ext cx="0" cy="0"/>
          <a:chOff x="0" y="0"/>
          <a:chExt cx="0" cy="0"/>
        </a:xfrm>
      </p:grpSpPr>
      <p:sp>
        <p:nvSpPr>
          <p:cNvPr id="78" name="Google Shape;78;p27"/>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lt1"/>
              </a:buClr>
              <a:buSzPts val="2800"/>
              <a:buFont typeface="Nunito Sans ExtraBold"/>
              <a:buNone/>
              <a:defRPr sz="28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7"/>
          <p:cNvSpPr txBox="1"/>
          <p:nvPr>
            <p:ph type="dt" idx="10"/>
          </p:nvPr>
        </p:nvSpPr>
        <p:spPr>
          <a:xfrm>
            <a:off x="695324" y="6314400"/>
            <a:ext cx="2616675"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7"/>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7"/>
          <p:cNvSpPr txBox="1"/>
          <p:nvPr>
            <p:ph type="sldNum" idx="12"/>
          </p:nvPr>
        </p:nvSpPr>
        <p:spPr>
          <a:xfrm>
            <a:off x="8877600" y="6314400"/>
            <a:ext cx="2619075"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2" name="Shape 82"/>
        <p:cNvGrpSpPr/>
        <p:nvPr/>
      </p:nvGrpSpPr>
      <p:grpSpPr>
        <a:xfrm>
          <a:off x="0" y="0"/>
          <a:ext cx="0" cy="0"/>
          <a:chOff x="0" y="0"/>
          <a:chExt cx="0" cy="0"/>
        </a:xfrm>
      </p:grpSpPr>
      <p:sp>
        <p:nvSpPr>
          <p:cNvPr id="83" name="Google Shape;83;p28"/>
          <p:cNvSpPr txBox="1"/>
          <p:nvPr>
            <p:ph type="dt" idx="10"/>
          </p:nvPr>
        </p:nvSpPr>
        <p:spPr>
          <a:xfrm>
            <a:off x="694799" y="6314400"/>
            <a:ext cx="2617201"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8"/>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8"/>
          <p:cNvSpPr txBox="1"/>
          <p:nvPr>
            <p:ph type="sldNum" idx="12"/>
          </p:nvPr>
        </p:nvSpPr>
        <p:spPr>
          <a:xfrm>
            <a:off x="8877600" y="6314400"/>
            <a:ext cx="2617198"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Only">
  <p:cSld name="Content Only">
    <p:spTree>
      <p:nvGrpSpPr>
        <p:cNvPr id="86" name="Shape 86"/>
        <p:cNvGrpSpPr/>
        <p:nvPr/>
      </p:nvGrpSpPr>
      <p:grpSpPr>
        <a:xfrm>
          <a:off x="0" y="0"/>
          <a:ext cx="0" cy="0"/>
          <a:chOff x="0" y="0"/>
          <a:chExt cx="0" cy="0"/>
        </a:xfrm>
      </p:grpSpPr>
      <p:sp>
        <p:nvSpPr>
          <p:cNvPr id="87" name="Google Shape;87;p29"/>
          <p:cNvSpPr txBox="1"/>
          <p:nvPr>
            <p:ph type="body" idx="1"/>
          </p:nvPr>
        </p:nvSpPr>
        <p:spPr>
          <a:xfrm>
            <a:off x="695324" y="366395"/>
            <a:ext cx="10801351" cy="5890260"/>
          </a:xfrm>
          <a:prstGeom prst="rect">
            <a:avLst/>
          </a:prstGeom>
          <a:noFill/>
          <a:ln>
            <a:noFill/>
          </a:ln>
        </p:spPr>
        <p:txBody>
          <a:bodyPr spcFirstLastPara="1" wrap="square" lIns="90000" tIns="46800" rIns="90000" bIns="46800" anchor="t" anchorCtr="0">
            <a:normAutofit/>
          </a:bodyPr>
          <a:lstStyle>
            <a:lvl1pPr marL="457200" marR="0" lvl="0" indent="-342900" algn="l">
              <a:lnSpc>
                <a:spcPct val="130000"/>
              </a:lnSpc>
              <a:spcBef>
                <a:spcPts val="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1pPr>
            <a:lvl2pPr marL="914400" marR="0" lvl="1" indent="-342900" algn="l">
              <a:lnSpc>
                <a:spcPct val="120000"/>
              </a:lnSpc>
              <a:spcBef>
                <a:spcPts val="100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2pPr>
            <a:lvl3pPr marL="1371600" marR="0" lvl="2" indent="-342900" algn="l">
              <a:lnSpc>
                <a:spcPct val="120000"/>
              </a:lnSpc>
              <a:spcBef>
                <a:spcPts val="60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3pPr>
            <a:lvl4pPr marL="1828800" marR="0" lvl="3" indent="-342900" algn="l">
              <a:lnSpc>
                <a:spcPct val="120000"/>
              </a:lnSpc>
              <a:spcBef>
                <a:spcPts val="600"/>
              </a:spcBef>
              <a:spcAft>
                <a:spcPts val="0"/>
              </a:spcAft>
              <a:buClr>
                <a:schemeClr val="lt1"/>
              </a:buClr>
              <a:buSzPts val="1800"/>
              <a:buFont typeface="Noto Sans Symbols"/>
              <a:buChar char="•"/>
              <a:defRPr sz="1800" b="0" i="0" u="none" strike="noStrike" cap="none">
                <a:solidFill>
                  <a:schemeClr val="lt1"/>
                </a:solidFill>
                <a:latin typeface="Nunito Sans"/>
                <a:ea typeface="Nunito Sans"/>
                <a:cs typeface="Nunito Sans"/>
                <a:sym typeface="Nunito Sans"/>
              </a:defRPr>
            </a:lvl4pPr>
            <a:lvl5pPr marL="2286000" marR="0" lvl="4" indent="-342900" algn="l">
              <a:lnSpc>
                <a:spcPct val="120000"/>
              </a:lnSpc>
              <a:spcBef>
                <a:spcPts val="30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5pPr>
            <a:lvl6pPr marL="2743200" lvl="5" indent="-228600" algn="l">
              <a:lnSpc>
                <a:spcPct val="90000"/>
              </a:lnSpc>
              <a:spcBef>
                <a:spcPts val="500"/>
              </a:spcBef>
              <a:spcAft>
                <a:spcPts val="0"/>
              </a:spcAft>
              <a:buClr>
                <a:schemeClr val="lt1"/>
              </a:buClr>
              <a:buSzPts val="1800"/>
              <a:buFont typeface="Arial" panose="020B0604020202020204"/>
              <a:buNone/>
              <a:defRPr/>
            </a:lvl6pPr>
            <a:lvl7pPr marL="3200400" lvl="6" indent="-342900" algn="l">
              <a:lnSpc>
                <a:spcPct val="90000"/>
              </a:lnSpc>
              <a:spcBef>
                <a:spcPts val="500"/>
              </a:spcBef>
              <a:spcAft>
                <a:spcPts val="0"/>
              </a:spcAft>
              <a:buClr>
                <a:schemeClr val="lt1"/>
              </a:buClr>
              <a:buSzPts val="1800"/>
              <a:buFont typeface="Arial" panose="020B0604020202020204"/>
              <a:buChar char="•"/>
              <a:defRPr/>
            </a:lvl7pPr>
            <a:lvl8pPr marL="3657600" lvl="7" indent="-342900" algn="l">
              <a:lnSpc>
                <a:spcPct val="90000"/>
              </a:lnSpc>
              <a:spcBef>
                <a:spcPts val="500"/>
              </a:spcBef>
              <a:spcAft>
                <a:spcPts val="0"/>
              </a:spcAft>
              <a:buClr>
                <a:schemeClr val="lt1"/>
              </a:buClr>
              <a:buSzPts val="1800"/>
              <a:buFont typeface="Arial" panose="020B0604020202020204"/>
              <a:buChar char="•"/>
              <a:defRPr/>
            </a:lvl8pPr>
            <a:lvl9pPr marL="4114800" lvl="8" indent="-342900" algn="l">
              <a:lnSpc>
                <a:spcPct val="90000"/>
              </a:lnSpc>
              <a:spcBef>
                <a:spcPts val="500"/>
              </a:spcBef>
              <a:spcAft>
                <a:spcPts val="0"/>
              </a:spcAft>
              <a:buClr>
                <a:schemeClr val="lt1"/>
              </a:buClr>
              <a:buSzPts val="1800"/>
              <a:buFont typeface="Arial" panose="020B0604020202020204"/>
              <a:buChar char="•"/>
              <a:defRPr/>
            </a:lvl9pPr>
          </a:lstStyle>
          <a:p/>
        </p:txBody>
      </p:sp>
      <p:sp>
        <p:nvSpPr>
          <p:cNvPr id="88" name="Google Shape;88;p29"/>
          <p:cNvSpPr txBox="1"/>
          <p:nvPr>
            <p:ph type="dt" idx="10"/>
          </p:nvPr>
        </p:nvSpPr>
        <p:spPr>
          <a:xfrm>
            <a:off x="695324" y="6314400"/>
            <a:ext cx="2616675"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9"/>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9"/>
          <p:cNvSpPr txBox="1"/>
          <p:nvPr>
            <p:ph type="sldNum" idx="12"/>
          </p:nvPr>
        </p:nvSpPr>
        <p:spPr>
          <a:xfrm>
            <a:off x="8877600" y="6314400"/>
            <a:ext cx="2619075"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91" name="Shape 91"/>
        <p:cNvGrpSpPr/>
        <p:nvPr/>
      </p:nvGrpSpPr>
      <p:grpSpPr>
        <a:xfrm>
          <a:off x="0" y="0"/>
          <a:ext cx="0" cy="0"/>
          <a:chOff x="0" y="0"/>
          <a:chExt cx="0" cy="0"/>
        </a:xfrm>
      </p:grpSpPr>
      <p:cxnSp>
        <p:nvCxnSpPr>
          <p:cNvPr id="92" name="Google Shape;92;p30"/>
          <p:cNvCxnSpPr/>
          <p:nvPr/>
        </p:nvCxnSpPr>
        <p:spPr>
          <a:xfrm>
            <a:off x="718185" y="959485"/>
            <a:ext cx="694055" cy="0"/>
          </a:xfrm>
          <a:prstGeom prst="straightConnector1">
            <a:avLst/>
          </a:prstGeom>
          <a:noFill/>
          <a:ln w="25400" cap="sq" cmpd="sng">
            <a:solidFill>
              <a:schemeClr val="accent1"/>
            </a:solidFill>
            <a:prstDash val="solid"/>
            <a:miter lim="800000"/>
            <a:headEnd type="none" w="sm" len="sm"/>
            <a:tailEnd type="none" w="sm" len="sm"/>
          </a:ln>
        </p:spPr>
      </p:cxnSp>
      <p:sp>
        <p:nvSpPr>
          <p:cNvPr id="93" name="Google Shape;93;p30"/>
          <p:cNvSpPr txBox="1"/>
          <p:nvPr>
            <p:ph type="body" idx="1"/>
          </p:nvPr>
        </p:nvSpPr>
        <p:spPr>
          <a:xfrm>
            <a:off x="695325" y="1225550"/>
            <a:ext cx="10799476" cy="459740"/>
          </a:xfrm>
          <a:prstGeom prst="rect">
            <a:avLst/>
          </a:prstGeom>
          <a:noFill/>
          <a:ln>
            <a:noFill/>
          </a:ln>
        </p:spPr>
        <p:txBody>
          <a:bodyPr spcFirstLastPara="1" wrap="square" lIns="107950" tIns="46800" rIns="90000" bIns="46800" anchor="b" anchorCtr="0">
            <a:noAutofit/>
          </a:bodyPr>
          <a:lstStyle>
            <a:lvl1pPr marL="457200" marR="0" lvl="0" indent="-228600" algn="l">
              <a:lnSpc>
                <a:spcPct val="100000"/>
              </a:lnSpc>
              <a:spcBef>
                <a:spcPts val="0"/>
              </a:spcBef>
              <a:spcAft>
                <a:spcPts val="0"/>
              </a:spcAft>
              <a:buClr>
                <a:schemeClr val="lt1"/>
              </a:buClr>
              <a:buSzPts val="1800"/>
              <a:buFont typeface="Nunito Sans ExtraBold"/>
              <a:buNone/>
              <a:defRPr sz="1800" b="0" i="0" u="none" strike="noStrike" cap="none">
                <a:solidFill>
                  <a:schemeClr val="lt1"/>
                </a:solidFill>
                <a:latin typeface="Nunito Sans ExtraBold"/>
                <a:ea typeface="Nunito Sans ExtraBold"/>
                <a:cs typeface="Nunito Sans ExtraBold"/>
                <a:sym typeface="Nunito Sans ExtraBold"/>
              </a:defRPr>
            </a:lvl1pPr>
            <a:lvl2pPr marL="914400" lvl="1" indent="-342900" algn="l">
              <a:lnSpc>
                <a:spcPct val="120000"/>
              </a:lnSpc>
              <a:spcBef>
                <a:spcPts val="1000"/>
              </a:spcBef>
              <a:spcAft>
                <a:spcPts val="0"/>
              </a:spcAft>
              <a:buClr>
                <a:schemeClr val="lt1"/>
              </a:buClr>
              <a:buSzPts val="1800"/>
              <a:buChar char="●"/>
              <a:defRPr/>
            </a:lvl2pPr>
            <a:lvl3pPr marL="1371600" lvl="2" indent="-342900" algn="l">
              <a:lnSpc>
                <a:spcPct val="120000"/>
              </a:lnSpc>
              <a:spcBef>
                <a:spcPts val="600"/>
              </a:spcBef>
              <a:spcAft>
                <a:spcPts val="0"/>
              </a:spcAft>
              <a:buClr>
                <a:schemeClr val="lt1"/>
              </a:buClr>
              <a:buSzPts val="1800"/>
              <a:buChar char="●"/>
              <a:defRPr/>
            </a:lvl3pPr>
            <a:lvl4pPr marL="1828800" lvl="3" indent="-342900" algn="l">
              <a:lnSpc>
                <a:spcPct val="120000"/>
              </a:lnSpc>
              <a:spcBef>
                <a:spcPts val="600"/>
              </a:spcBef>
              <a:spcAft>
                <a:spcPts val="0"/>
              </a:spcAft>
              <a:buClr>
                <a:schemeClr val="lt1"/>
              </a:buClr>
              <a:buSzPts val="1800"/>
              <a:buChar char="•"/>
              <a:defRPr/>
            </a:lvl4pPr>
            <a:lvl5pPr marL="2286000" lvl="4" indent="-342900" algn="l">
              <a:lnSpc>
                <a:spcPct val="120000"/>
              </a:lnSpc>
              <a:spcBef>
                <a:spcPts val="3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94" name="Google Shape;94;p30"/>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lt1"/>
              </a:buClr>
              <a:buSzPts val="2800"/>
              <a:buFont typeface="Nunito Sans ExtraBold"/>
              <a:buNone/>
              <a:defRPr sz="2800" b="0" i="0" u="none" strike="noStrike" cap="none">
                <a:solidFill>
                  <a:schemeClr val="lt1"/>
                </a:solidFill>
                <a:latin typeface="Nunito Sans ExtraBold"/>
                <a:ea typeface="Nunito Sans ExtraBold"/>
                <a:cs typeface="Nunito Sans ExtraBold"/>
                <a:sym typeface="Nunito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30"/>
          <p:cNvSpPr txBox="1"/>
          <p:nvPr>
            <p:ph type="dt" idx="10"/>
          </p:nvPr>
        </p:nvSpPr>
        <p:spPr>
          <a:xfrm>
            <a:off x="694800" y="6314400"/>
            <a:ext cx="2617200" cy="316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0"/>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0"/>
          <p:cNvSpPr txBox="1"/>
          <p:nvPr>
            <p:ph type="sldNum" idx="12"/>
          </p:nvPr>
        </p:nvSpPr>
        <p:spPr>
          <a:xfrm>
            <a:off x="8877600" y="6314400"/>
            <a:ext cx="2619075" cy="3168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9" name="Shape 9"/>
        <p:cNvGrpSpPr/>
        <p:nvPr/>
      </p:nvGrpSpPr>
      <p:grpSpPr>
        <a:xfrm>
          <a:off x="0" y="0"/>
          <a:ext cx="0" cy="0"/>
          <a:chOff x="0" y="0"/>
          <a:chExt cx="0" cy="0"/>
        </a:xfrm>
      </p:grpSpPr>
      <p:sp>
        <p:nvSpPr>
          <p:cNvPr id="10" name="Google Shape;10;p19"/>
          <p:cNvSpPr/>
          <p:nvPr/>
        </p:nvSpPr>
        <p:spPr>
          <a:xfrm rot="10800000">
            <a:off x="-1" y="0"/>
            <a:ext cx="12192000" cy="6858000"/>
          </a:xfrm>
          <a:prstGeom prst="rect">
            <a:avLst/>
          </a:prstGeom>
          <a:gradFill>
            <a:gsLst>
              <a:gs pos="0">
                <a:srgbClr val="623FD6"/>
              </a:gs>
              <a:gs pos="58000">
                <a:schemeClr val="dk2"/>
              </a:gs>
              <a:gs pos="100000">
                <a:schemeClr val="dk2"/>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 name="Google Shape;11;p19"/>
          <p:cNvSpPr/>
          <p:nvPr/>
        </p:nvSpPr>
        <p:spPr>
          <a:xfrm rot="10800000">
            <a:off x="0" y="0"/>
            <a:ext cx="12192000" cy="6858000"/>
          </a:xfrm>
          <a:prstGeom prst="rect">
            <a:avLst/>
          </a:prstGeom>
          <a:gradFill>
            <a:gsLst>
              <a:gs pos="0">
                <a:srgbClr val="8442E3">
                  <a:alpha val="49803"/>
                </a:srgbClr>
              </a:gs>
              <a:gs pos="58000">
                <a:srgbClr val="291667">
                  <a:alpha val="0"/>
                </a:srgbClr>
              </a:gs>
              <a:gs pos="100000">
                <a:srgbClr val="291667">
                  <a:alpha val="0"/>
                </a:srgbClr>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 name="Google Shape;12;p19"/>
          <p:cNvSpPr txBox="1"/>
          <p:nvPr>
            <p:ph type="dt" idx="10"/>
          </p:nvPr>
        </p:nvSpPr>
        <p:spPr>
          <a:xfrm>
            <a:off x="694799" y="6314400"/>
            <a:ext cx="2617201" cy="316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2pPr>
            <a:lvl3pPr marR="0" lvl="2"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3pPr>
            <a:lvl4pPr marR="0" lvl="3"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4pPr>
            <a:lvl5pPr marR="0" lvl="4"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5pPr>
            <a:lvl6pPr marR="0" lvl="5"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6pPr>
            <a:lvl7pPr marR="0" lvl="6"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7pPr>
            <a:lvl8pPr marR="0" lvl="7"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8pPr>
            <a:lvl9pPr marR="0" lvl="8"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9pPr>
          </a:lstStyle>
          <a:p/>
        </p:txBody>
      </p:sp>
      <p:sp>
        <p:nvSpPr>
          <p:cNvPr id="13" name="Google Shape;13;p19"/>
          <p:cNvSpPr txBox="1"/>
          <p:nvPr>
            <p:ph type="ftr" idx="11"/>
          </p:nvPr>
        </p:nvSpPr>
        <p:spPr>
          <a:xfrm>
            <a:off x="4116000" y="6314400"/>
            <a:ext cx="3960000" cy="316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2pPr>
            <a:lvl3pPr marR="0" lvl="2"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3pPr>
            <a:lvl4pPr marR="0" lvl="3"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4pPr>
            <a:lvl5pPr marR="0" lvl="4"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5pPr>
            <a:lvl6pPr marR="0" lvl="5"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6pPr>
            <a:lvl7pPr marR="0" lvl="6"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7pPr>
            <a:lvl8pPr marR="0" lvl="7"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8pPr>
            <a:lvl9pPr marR="0" lvl="8" algn="l" rtl="0">
              <a:spcBef>
                <a:spcPts val="0"/>
              </a:spcBef>
              <a:spcAft>
                <a:spcPts val="0"/>
              </a:spcAft>
              <a:buSzPts val="1400"/>
              <a:buNone/>
              <a:defRPr sz="1800" b="0" i="0" u="none" strike="noStrike" cap="none">
                <a:solidFill>
                  <a:schemeClr val="lt1"/>
                </a:solidFill>
                <a:latin typeface="Nunito Sans"/>
                <a:ea typeface="Nunito Sans"/>
                <a:cs typeface="Nunito Sans"/>
                <a:sym typeface="Nunito Sans"/>
              </a:defRPr>
            </a:lvl9pPr>
          </a:lstStyle>
          <a:p/>
        </p:txBody>
      </p:sp>
      <p:sp>
        <p:nvSpPr>
          <p:cNvPr id="14" name="Google Shape;14;p19"/>
          <p:cNvSpPr txBox="1"/>
          <p:nvPr>
            <p:ph type="sldNum" idx="12"/>
          </p:nvPr>
        </p:nvSpPr>
        <p:spPr>
          <a:xfrm>
            <a:off x="8877600" y="6314400"/>
            <a:ext cx="2617198" cy="3168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5" name="Google Shape;15;p19"/>
          <p:cNvSpPr txBox="1"/>
          <p:nvPr>
            <p:ph type="body" idx="1"/>
          </p:nvPr>
        </p:nvSpPr>
        <p:spPr>
          <a:xfrm>
            <a:off x="694799" y="1226916"/>
            <a:ext cx="10799999" cy="4950047"/>
          </a:xfrm>
          <a:prstGeom prst="rect">
            <a:avLst/>
          </a:prstGeom>
          <a:noFill/>
          <a:ln>
            <a:noFill/>
          </a:ln>
        </p:spPr>
        <p:txBody>
          <a:bodyPr spcFirstLastPara="1" wrap="square" lIns="90000" tIns="46800" rIns="90000" bIns="46800" anchor="t" anchorCtr="0">
            <a:normAutofit/>
          </a:bodyPr>
          <a:lstStyle>
            <a:lvl1pPr marL="457200" marR="0" lvl="0" indent="-342900" algn="l" rtl="0">
              <a:lnSpc>
                <a:spcPct val="130000"/>
              </a:lnSpc>
              <a:spcBef>
                <a:spcPts val="0"/>
              </a:spcBef>
              <a:spcAft>
                <a:spcPts val="0"/>
              </a:spcAft>
              <a:buClr>
                <a:schemeClr val="lt1"/>
              </a:buClr>
              <a:buSzPts val="1800"/>
              <a:buFont typeface="Arial" panose="020B0604020202020204"/>
              <a:buChar char="●"/>
              <a:defRPr sz="18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330200" algn="l" rtl="0">
              <a:lnSpc>
                <a:spcPct val="120000"/>
              </a:lnSpc>
              <a:spcBef>
                <a:spcPts val="10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2pPr>
            <a:lvl3pPr marL="1371600" marR="0" lvl="2" indent="-330200" algn="l" rtl="0">
              <a:lnSpc>
                <a:spcPct val="120000"/>
              </a:lnSpc>
              <a:spcBef>
                <a:spcPts val="600"/>
              </a:spcBef>
              <a:spcAft>
                <a:spcPts val="0"/>
              </a:spcAft>
              <a:buClr>
                <a:schemeClr val="lt1"/>
              </a:buClr>
              <a:buSzPts val="1600"/>
              <a:buFont typeface="Arial" panose="020B0604020202020204"/>
              <a:buChar char="●"/>
              <a:defRPr sz="1600" b="0" i="0" u="none" strike="noStrike" cap="none">
                <a:solidFill>
                  <a:schemeClr val="lt1"/>
                </a:solidFill>
                <a:latin typeface="Nunito Sans"/>
                <a:ea typeface="Nunito Sans"/>
                <a:cs typeface="Nunito Sans"/>
                <a:sym typeface="Nunito Sans"/>
              </a:defRPr>
            </a:lvl3pPr>
            <a:lvl4pPr marL="1828800" marR="0" lvl="3" indent="-317500" algn="l" rtl="0">
              <a:lnSpc>
                <a:spcPct val="120000"/>
              </a:lnSpc>
              <a:spcBef>
                <a:spcPts val="600"/>
              </a:spcBef>
              <a:spcAft>
                <a:spcPts val="0"/>
              </a:spcAft>
              <a:buClr>
                <a:schemeClr val="lt1"/>
              </a:buClr>
              <a:buSzPts val="1400"/>
              <a:buFont typeface="Noto Sans Symbols"/>
              <a:buChar char="•"/>
              <a:defRPr sz="1400" b="0" i="0" u="none" strike="noStrike" cap="none">
                <a:solidFill>
                  <a:schemeClr val="lt1"/>
                </a:solidFill>
                <a:latin typeface="Nunito Sans"/>
                <a:ea typeface="Nunito Sans"/>
                <a:cs typeface="Nunito Sans"/>
                <a:sym typeface="Nunito Sans"/>
              </a:defRPr>
            </a:lvl4pPr>
            <a:lvl5pPr marL="2286000" marR="0" lvl="4" indent="-317500" algn="l" rtl="0">
              <a:lnSpc>
                <a:spcPct val="120000"/>
              </a:lnSpc>
              <a:spcBef>
                <a:spcPts val="300"/>
              </a:spcBef>
              <a:spcAft>
                <a:spcPts val="0"/>
              </a:spcAft>
              <a:buClr>
                <a:schemeClr val="lt1"/>
              </a:buClr>
              <a:buSzPts val="1400"/>
              <a:buFont typeface="Arial" panose="020B0604020202020204"/>
              <a:buChar char="•"/>
              <a:defRPr sz="1400" b="0" i="0" u="none" strike="noStrike" cap="none">
                <a:solidFill>
                  <a:schemeClr val="lt1"/>
                </a:solidFill>
                <a:latin typeface="Nunito Sans"/>
                <a:ea typeface="Nunito Sans"/>
                <a:cs typeface="Nunito Sans"/>
                <a:sym typeface="Nunito Sans"/>
              </a:defRPr>
            </a:lvl5pPr>
            <a:lvl6pPr marL="2743200" marR="0" lvl="5"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6pPr>
            <a:lvl7pPr marL="3200400" marR="0" lvl="6"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7pPr>
            <a:lvl8pPr marL="3657600" marR="0" lvl="7"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8pPr>
            <a:lvl9pPr marL="4114800" marR="0" lvl="8"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Nunito Sans"/>
                <a:ea typeface="Nunito Sans"/>
                <a:cs typeface="Nunito Sans"/>
                <a:sym typeface="Nunito Sans"/>
              </a:defRPr>
            </a:lvl9pPr>
          </a:lstStyle>
          <a:p/>
        </p:txBody>
      </p:sp>
      <p:sp>
        <p:nvSpPr>
          <p:cNvPr id="16" name="Google Shape;16;p19"/>
          <p:cNvSpPr txBox="1"/>
          <p:nvPr>
            <p:ph type="title"/>
          </p:nvPr>
        </p:nvSpPr>
        <p:spPr>
          <a:xfrm>
            <a:off x="694800" y="360000"/>
            <a:ext cx="10800000" cy="720000"/>
          </a:xfrm>
          <a:prstGeom prst="rect">
            <a:avLst/>
          </a:prstGeom>
          <a:noFill/>
          <a:ln>
            <a:noFill/>
          </a:ln>
        </p:spPr>
        <p:txBody>
          <a:bodyPr spcFirstLastPara="1" wrap="square" lIns="91425" tIns="0" rIns="91425" bIns="0" anchor="b" anchorCtr="0">
            <a:normAutofit/>
          </a:bodyPr>
          <a:lstStyle>
            <a:lvl1pPr marR="0" lvl="0" algn="l" rtl="0">
              <a:lnSpc>
                <a:spcPct val="100000"/>
              </a:lnSpc>
              <a:spcBef>
                <a:spcPts val="0"/>
              </a:spcBef>
              <a:spcAft>
                <a:spcPts val="0"/>
              </a:spcAft>
              <a:buClr>
                <a:schemeClr val="lt1"/>
              </a:buClr>
              <a:buSzPts val="3200"/>
              <a:buFont typeface="Arial" panose="020B0604020202020204"/>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
          <p:cNvSpPr txBox="1"/>
          <p:nvPr>
            <p:ph type="title"/>
          </p:nvPr>
        </p:nvSpPr>
        <p:spPr>
          <a:xfrm>
            <a:off x="767715" y="1845310"/>
            <a:ext cx="6925945" cy="1818640"/>
          </a:xfrm>
          <a:prstGeom prst="rect">
            <a:avLst/>
          </a:prstGeom>
          <a:noFill/>
          <a:ln>
            <a:noFill/>
          </a:ln>
        </p:spPr>
        <p:txBody>
          <a:bodyPr spcFirstLastPara="1" wrap="square" lIns="0" tIns="0" rIns="0" bIns="0" anchor="b" anchorCtr="0">
            <a:normAutofit/>
          </a:bodyPr>
          <a:lstStyle/>
          <a:p>
            <a:pPr marL="0" marR="0" lvl="0" indent="0" algn="l" rtl="0">
              <a:lnSpc>
                <a:spcPct val="100000"/>
              </a:lnSpc>
              <a:spcBef>
                <a:spcPts val="0"/>
              </a:spcBef>
              <a:spcAft>
                <a:spcPts val="0"/>
              </a:spcAft>
              <a:buClr>
                <a:schemeClr val="lt1"/>
              </a:buClr>
              <a:buSzPct val="100000"/>
              <a:buFont typeface="Nunito Sans ExtraBold"/>
              <a:buNone/>
            </a:pPr>
            <a:r>
              <a:rPr lang="en-US" sz="4445"/>
              <a:t>Website-Based One On One Chat Application</a:t>
            </a:r>
            <a:endParaRPr lang="en-US" sz="4445"/>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graphicFrame>
        <p:nvGraphicFramePr>
          <p:cNvPr id="107" name="Google Shape;107;p2"/>
          <p:cNvGraphicFramePr/>
          <p:nvPr/>
        </p:nvGraphicFramePr>
        <p:xfrm>
          <a:off x="694690" y="1225550"/>
          <a:ext cx="10795650" cy="4884450"/>
        </p:xfrm>
        <a:graphic>
          <a:graphicData uri="http://schemas.openxmlformats.org/drawingml/2006/table">
            <a:tbl>
              <a:tblPr firstRow="1" bandRow="1">
                <a:noFill/>
                <a:tableStyleId>{DCBAF046-A69E-4752-8FDE-3F2D5C823609}</a:tableStyleId>
              </a:tblPr>
              <a:tblGrid>
                <a:gridCol w="866150"/>
                <a:gridCol w="6330950"/>
                <a:gridCol w="3598550"/>
              </a:tblGrid>
              <a:tr h="814075">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S.No</a:t>
                      </a:r>
                      <a:endParaRPr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Name</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Reg.No</a:t>
                      </a:r>
                      <a:endParaRPr lang="en-US" sz="1800" u="none" strike="noStrike" cap="none"/>
                    </a:p>
                  </a:txBody>
                  <a:tcPr marL="91450" marR="91450" marT="45725" marB="45725" anchor="ctr"/>
                </a:tc>
              </a:tr>
              <a:tr h="814075">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1</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Elango L</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22500792</a:t>
                      </a:r>
                      <a:endParaRPr lang="en-US" sz="1800" u="none" strike="noStrike" cap="none"/>
                    </a:p>
                  </a:txBody>
                  <a:tcPr marL="91450" marR="91450" marT="45725" marB="45725" anchor="ctr"/>
                </a:tc>
              </a:tr>
              <a:tr h="814075">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2</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Kondappan K</a:t>
                      </a:r>
                      <a:endParaRPr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23501134</a:t>
                      </a:r>
                      <a:endParaRPr lang="en-US" sz="1800" u="none" strike="noStrike" cap="none"/>
                    </a:p>
                  </a:txBody>
                  <a:tcPr marL="91450" marR="91450" marT="45725" marB="45725" anchor="ctr"/>
                </a:tc>
              </a:tr>
              <a:tr h="814075">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3</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Logusubraminiyam K</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23501136</a:t>
                      </a:r>
                      <a:endParaRPr lang="en-US" sz="1800" u="none" strike="noStrike" cap="none"/>
                    </a:p>
                  </a:txBody>
                  <a:tcPr marL="91450" marR="91450" marT="45725" marB="45725" anchor="ctr"/>
                </a:tc>
              </a:tr>
              <a:tr h="814075">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4</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Panbarasu N V</a:t>
                      </a:r>
                      <a:endParaRPr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23501143</a:t>
                      </a:r>
                      <a:endParaRPr lang="en-US" sz="1800" u="none" strike="noStrike" cap="none"/>
                    </a:p>
                  </a:txBody>
                  <a:tcPr marL="91450" marR="91450" marT="45725" marB="45725" anchor="ctr"/>
                </a:tc>
              </a:tr>
              <a:tr h="814075">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5</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Bharath Kumar D</a:t>
                      </a:r>
                      <a:endParaRPr lang="en-US" sz="1800" u="none" strike="noStrike" cap="none"/>
                    </a:p>
                  </a:txBody>
                  <a:tcPr marL="91450" marR="91450" marT="45725" marB="45725" anchor="ctr"/>
                </a:tc>
                <a:tc>
                  <a:txBody>
                    <a:bodyPr/>
                    <a:lstStyle/>
                    <a:p>
                      <a:pPr marL="0" marR="0" lvl="0" indent="0" algn="ctr" rtl="0">
                        <a:spcBef>
                          <a:spcPts val="0"/>
                        </a:spcBef>
                        <a:spcAft>
                          <a:spcPts val="0"/>
                        </a:spcAft>
                        <a:buClr>
                          <a:schemeClr val="lt1"/>
                        </a:buClr>
                        <a:buSzPts val="1800"/>
                        <a:buFont typeface="Nunito Sans"/>
                        <a:buNone/>
                      </a:pPr>
                      <a:r>
                        <a:rPr lang="en-US" sz="1800" u="none" strike="noStrike" cap="none"/>
                        <a:t>23590445</a:t>
                      </a:r>
                      <a:endParaRPr lang="en-US" sz="1800" u="none" strike="noStrike" cap="none"/>
                    </a:p>
                  </a:txBody>
                  <a:tcPr marL="91450" marR="91450" marT="45725" marB="45725" anchor="ctr"/>
                </a:tc>
              </a:tr>
            </a:tbl>
          </a:graphicData>
        </a:graphic>
      </p:graphicFrame>
      <p:sp>
        <p:nvSpPr>
          <p:cNvPr id="108" name="Google Shape;108;p2"/>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lt1"/>
              </a:buClr>
              <a:buSzPts val="2800"/>
              <a:buFont typeface="Nunito Sans ExtraBold"/>
              <a:buNone/>
            </a:pPr>
            <a:r>
              <a:rPr lang="en-US"/>
              <a:t>Team Members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4"/>
          <p:cNvSpPr txBox="1"/>
          <p:nvPr>
            <p:ph type="title"/>
          </p:nvPr>
        </p:nvSpPr>
        <p:spPr>
          <a:xfrm>
            <a:off x="695325" y="361950"/>
            <a:ext cx="10801350" cy="727075"/>
          </a:xfrm>
          <a:prstGeom prst="rect">
            <a:avLst/>
          </a:prstGeom>
          <a:noFill/>
          <a:ln>
            <a:noFill/>
          </a:ln>
        </p:spPr>
        <p:txBody>
          <a:bodyPr spcFirstLastPara="1" wrap="square" lIns="91425" tIns="0" rIns="91425" bIns="0" anchor="b" anchorCtr="0">
            <a:normAutofit/>
          </a:bodyPr>
          <a:lstStyle/>
          <a:p>
            <a:pPr marL="0" marR="0" lvl="0" indent="0" algn="l" rtl="0">
              <a:lnSpc>
                <a:spcPct val="100000"/>
              </a:lnSpc>
              <a:spcBef>
                <a:spcPts val="0"/>
              </a:spcBef>
              <a:spcAft>
                <a:spcPts val="0"/>
              </a:spcAft>
              <a:buClr>
                <a:schemeClr val="lt1"/>
              </a:buClr>
              <a:buSzPts val="4000"/>
              <a:buFont typeface="Nunito Sans ExtraBold"/>
              <a:buNone/>
            </a:pPr>
            <a:r>
              <a:rPr lang="en-US" sz="4000"/>
              <a:t>Abstract</a:t>
            </a:r>
            <a:endParaRPr lang="en-US" sz="4000"/>
          </a:p>
        </p:txBody>
      </p:sp>
      <p:sp>
        <p:nvSpPr>
          <p:cNvPr id="120" name="Google Shape;120;p4"/>
          <p:cNvSpPr txBox="1"/>
          <p:nvPr/>
        </p:nvSpPr>
        <p:spPr>
          <a:xfrm>
            <a:off x="5400675" y="1566545"/>
            <a:ext cx="6096000" cy="4187825"/>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800" b="0" i="0" u="none" strike="noStrike" cap="none">
                <a:solidFill>
                  <a:schemeClr val="lt1"/>
                </a:solidFill>
                <a:latin typeface="Nunito Sans"/>
                <a:ea typeface="Nunito Sans"/>
                <a:cs typeface="Nunito Sans"/>
                <a:sym typeface="Nunito Sans"/>
              </a:rPr>
              <a:t>This project aims to develop a real-time chat application using the MERN stack and WebSocket technology. It enables users to communicate instantly with secure authentication, group chats, and multimedia sharing. The application ensures a seamless experience with a responsive UI and real-time updates.</a:t>
            </a:r>
            <a:endParaRPr sz="1800" b="0" i="0" u="none" strike="noStrike" cap="none">
              <a:solidFill>
                <a:schemeClr val="lt1"/>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Existing Problem</a:t>
            </a:r>
            <a:endParaRPr lang="en-US"/>
          </a:p>
        </p:txBody>
      </p:sp>
      <p:sp>
        <p:nvSpPr>
          <p:cNvPr id="3" name="Text Placeholder 2"/>
          <p:cNvSpPr/>
          <p:nvPr>
            <p:ph type="body" idx="1"/>
          </p:nvPr>
        </p:nvSpPr>
        <p:spPr/>
        <p:txBody>
          <a:bodyPr>
            <a:normAutofit lnSpcReduction="10000"/>
          </a:bodyPr>
          <a:p>
            <a:pPr algn="just">
              <a:lnSpc>
                <a:spcPct val="150000"/>
              </a:lnSpc>
            </a:pPr>
            <a:r>
              <a:rPr lang="en-US" altLang="en-US"/>
              <a:t>One-on-one chat apps face several challenges that impact security, performance, and user experience. Privacy and security remain major concerns, as not all chat apps use end-to-end encryption, leaving messages vulnerable to interception. Weak security measures can lead to data leaks, exposing sensitive user information such as phone numbers and personal details. Some apps also share user data with third parties, raising further privacy concerns. Additionally, users are at risk of phishing attacks and scams, where malicious links or fraudulent messages can result in data theft or financial loss. Another challenge is scalability and performance, as chat apps must efficiently handle high traffic and ensure real-time message delivery without delays or crashes, especially during peak usage. Poor user experience, including a cluttered interface, limited customization, and inconsistent performance across devices, can also frustrate users and decrease engagement. Addressing these challenges is essential for building a secure, efficient, and user-friendly chat application.</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Aim Of The Project</a:t>
            </a:r>
            <a:endParaRPr lang="en-US"/>
          </a:p>
        </p:txBody>
      </p:sp>
      <p:sp>
        <p:nvSpPr>
          <p:cNvPr id="3" name="Text Placeholder 2"/>
          <p:cNvSpPr/>
          <p:nvPr>
            <p:ph type="body" idx="1"/>
          </p:nvPr>
        </p:nvSpPr>
        <p:spPr>
          <a:xfrm>
            <a:off x="698500" y="1412875"/>
            <a:ext cx="10796270" cy="3519805"/>
          </a:xfrm>
        </p:spPr>
        <p:txBody>
          <a:bodyPr/>
          <a:p>
            <a:pPr algn="just">
              <a:lnSpc>
                <a:spcPct val="150000"/>
              </a:lnSpc>
            </a:pPr>
            <a:r>
              <a:rPr lang="en-US" altLang="en-US"/>
              <a:t>To address the challenges faced by one-on-one chat apps, a comprehensive solution must focus on enhancing </a:t>
            </a:r>
            <a:r>
              <a:rPr lang="en-US" altLang="en-US" b="1"/>
              <a:t>privacy and security</a:t>
            </a:r>
            <a:r>
              <a:rPr lang="en-US" altLang="en-US"/>
              <a:t>, improving </a:t>
            </a:r>
            <a:r>
              <a:rPr lang="en-US" altLang="en-US" b="1"/>
              <a:t>scalability and performance</a:t>
            </a:r>
            <a:r>
              <a:rPr lang="en-US" altLang="en-US"/>
              <a:t>, and ensuring a seamless </a:t>
            </a:r>
            <a:r>
              <a:rPr lang="en-US" altLang="en-US" b="1"/>
              <a:t>user experience</a:t>
            </a:r>
            <a:r>
              <a:rPr lang="en-US" altLang="en-US"/>
              <a:t>. First and foremost, implementing  for all messages and calls is essential to protect user data from interception and unauthorized access. Regular security audits and updates should be conducted to identify and fix vulnerabilities, while strict data privacy policies must be enforced to prevent third-party access to user information. To combat phishing and scams, advanced AI-based filters can be integrated to detect and block malicious content in real-time.</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24" name="Shape 124"/>
        <p:cNvGrpSpPr/>
        <p:nvPr/>
      </p:nvGrpSpPr>
      <p:grpSpPr>
        <a:xfrm>
          <a:off x="0" y="0"/>
          <a:ext cx="0" cy="0"/>
          <a:chOff x="0" y="0"/>
          <a:chExt cx="0" cy="0"/>
        </a:xfrm>
      </p:grpSpPr>
      <p:sp>
        <p:nvSpPr>
          <p:cNvPr id="125" name="Google Shape;125;p5"/>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lt1"/>
              </a:buClr>
              <a:buSzPts val="3600"/>
              <a:buFont typeface="Nunito Sans ExtraBold"/>
              <a:buNone/>
            </a:pPr>
            <a:r>
              <a:rPr lang="en-US" sz="3600"/>
              <a:t>Technology Stack</a:t>
            </a:r>
            <a:endParaRPr sz="3600"/>
          </a:p>
        </p:txBody>
      </p:sp>
      <p:sp>
        <p:nvSpPr>
          <p:cNvPr id="126" name="Google Shape;126;p5"/>
          <p:cNvSpPr txBox="1"/>
          <p:nvPr>
            <p:ph type="body" idx="1"/>
          </p:nvPr>
        </p:nvSpPr>
        <p:spPr>
          <a:xfrm>
            <a:off x="694690" y="2050415"/>
            <a:ext cx="10796270" cy="3063240"/>
          </a:xfrm>
          <a:prstGeom prst="rect">
            <a:avLst/>
          </a:prstGeom>
          <a:noFill/>
          <a:ln>
            <a:noFill/>
          </a:ln>
        </p:spPr>
        <p:txBody>
          <a:bodyPr spcFirstLastPara="1" wrap="square" lIns="90000" tIns="46800" rIns="90000" bIns="46800" anchor="t" anchorCtr="0">
            <a:normAutofit/>
          </a:bodyPr>
          <a:lstStyle/>
          <a:p>
            <a:pPr marL="228600" lvl="0" indent="-228600" algn="l" rtl="0">
              <a:lnSpc>
                <a:spcPct val="120000"/>
              </a:lnSpc>
              <a:spcBef>
                <a:spcPts val="0"/>
              </a:spcBef>
              <a:spcAft>
                <a:spcPts val="0"/>
              </a:spcAft>
              <a:buSzPts val="1800"/>
              <a:buChar char="●"/>
            </a:pPr>
            <a:r>
              <a:rPr lang="en-US"/>
              <a:t>MongoDB - NoSQL database for storing user and message data</a:t>
            </a:r>
            <a:endParaRPr lang="en-US"/>
          </a:p>
          <a:p>
            <a:pPr marL="228600" lvl="0" indent="-228600" algn="l" rtl="0">
              <a:lnSpc>
                <a:spcPct val="120000"/>
              </a:lnSpc>
              <a:spcBef>
                <a:spcPts val="1200"/>
              </a:spcBef>
              <a:spcAft>
                <a:spcPts val="0"/>
              </a:spcAft>
              <a:buSzPts val="1800"/>
              <a:buChar char="●"/>
            </a:pPr>
            <a:r>
              <a:rPr lang="en-US"/>
              <a:t>Express.js - Backend framework for handling API requests</a:t>
            </a:r>
            <a:endParaRPr lang="en-US"/>
          </a:p>
          <a:p>
            <a:pPr marL="228600" lvl="0" indent="-228600" algn="l" rtl="0">
              <a:lnSpc>
                <a:spcPct val="120000"/>
              </a:lnSpc>
              <a:spcBef>
                <a:spcPts val="1200"/>
              </a:spcBef>
              <a:spcAft>
                <a:spcPts val="0"/>
              </a:spcAft>
              <a:buSzPts val="1800"/>
              <a:buChar char="●"/>
            </a:pPr>
            <a:r>
              <a:rPr lang="en-US"/>
              <a:t>React.js - Frontend library for building the user interface</a:t>
            </a:r>
            <a:endParaRPr lang="en-US"/>
          </a:p>
          <a:p>
            <a:pPr marL="228600" lvl="0" indent="-228600" algn="l" rtl="0">
              <a:lnSpc>
                <a:spcPct val="120000"/>
              </a:lnSpc>
              <a:spcBef>
                <a:spcPts val="1200"/>
              </a:spcBef>
              <a:spcAft>
                <a:spcPts val="0"/>
              </a:spcAft>
              <a:buSzPts val="1800"/>
              <a:buChar char="●"/>
            </a:pPr>
            <a:r>
              <a:rPr lang="en-US"/>
              <a:t>Node.js - Runtime environment for the server-side application</a:t>
            </a:r>
            <a:endParaRPr lang="en-US"/>
          </a:p>
          <a:p>
            <a:pPr marL="228600" lvl="0" indent="-228600" algn="l" rtl="0">
              <a:lnSpc>
                <a:spcPct val="120000"/>
              </a:lnSpc>
              <a:spcBef>
                <a:spcPts val="1200"/>
              </a:spcBef>
              <a:spcAft>
                <a:spcPts val="0"/>
              </a:spcAft>
              <a:buSzPts val="1800"/>
              <a:buChar char="●"/>
            </a:pPr>
            <a:r>
              <a:rPr lang="en-US"/>
              <a:t>Socket.io - Enables real-time bidirectional communication between users</a:t>
            </a:r>
            <a:endParaRPr lang="en-US"/>
          </a:p>
          <a:p>
            <a:pPr marL="0" lvl="0" indent="0" algn="l" rtl="0">
              <a:lnSpc>
                <a:spcPct val="130000"/>
              </a:lnSpc>
              <a:spcBef>
                <a:spcPts val="1200"/>
              </a:spcBef>
              <a:spcAft>
                <a:spcPts val="0"/>
              </a:spcAft>
              <a:buSzPts val="1800"/>
              <a:buNone/>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30" name="Shape 130"/>
        <p:cNvGrpSpPr/>
        <p:nvPr/>
      </p:nvGrpSpPr>
      <p:grpSpPr>
        <a:xfrm>
          <a:off x="0" y="0"/>
          <a:ext cx="0" cy="0"/>
          <a:chOff x="0" y="0"/>
          <a:chExt cx="0" cy="0"/>
        </a:xfrm>
      </p:grpSpPr>
      <p:sp>
        <p:nvSpPr>
          <p:cNvPr id="131" name="Google Shape;131;p6"/>
          <p:cNvSpPr txBox="1"/>
          <p:nvPr>
            <p:ph type="title"/>
          </p:nvPr>
        </p:nvSpPr>
        <p:spPr>
          <a:xfrm>
            <a:off x="694800" y="359999"/>
            <a:ext cx="10800000" cy="7200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lt1"/>
              </a:buClr>
              <a:buSzPts val="3600"/>
              <a:buFont typeface="Nunito Sans ExtraBold"/>
              <a:buNone/>
            </a:pPr>
            <a:r>
              <a:rPr lang="en-US" sz="3600"/>
              <a:t>Features</a:t>
            </a:r>
            <a:endParaRPr lang="en-US" sz="3600"/>
          </a:p>
        </p:txBody>
      </p:sp>
      <p:sp>
        <p:nvSpPr>
          <p:cNvPr id="132" name="Google Shape;132;p6"/>
          <p:cNvSpPr txBox="1"/>
          <p:nvPr>
            <p:ph type="body" idx="1"/>
          </p:nvPr>
        </p:nvSpPr>
        <p:spPr>
          <a:xfrm>
            <a:off x="694690" y="1546225"/>
            <a:ext cx="10796270" cy="4314825"/>
          </a:xfrm>
          <a:prstGeom prst="rect">
            <a:avLst/>
          </a:prstGeom>
          <a:noFill/>
          <a:ln>
            <a:noFill/>
          </a:ln>
        </p:spPr>
        <p:txBody>
          <a:bodyPr spcFirstLastPara="1" wrap="square" lIns="90000" tIns="46800" rIns="90000" bIns="46800" anchor="t" anchorCtr="0">
            <a:normAutofit/>
          </a:bodyPr>
          <a:lstStyle/>
          <a:p>
            <a:pPr marL="228600" marR="0" lvl="0" indent="-228600" algn="l" rtl="0">
              <a:lnSpc>
                <a:spcPct val="130000"/>
              </a:lnSpc>
              <a:spcBef>
                <a:spcPts val="0"/>
              </a:spcBef>
              <a:spcAft>
                <a:spcPts val="0"/>
              </a:spcAft>
              <a:buClr>
                <a:schemeClr val="accent5"/>
              </a:buClr>
              <a:buSzPts val="1800"/>
              <a:buFont typeface="Arial" panose="020B0604020202020204"/>
              <a:buChar char="●"/>
            </a:pPr>
            <a:r>
              <a:rPr lang="en-US"/>
              <a:t>User Authentication (Signup/Login with secure authentication)</a:t>
            </a:r>
            <a:endParaRPr lang="en-US"/>
          </a:p>
          <a:p>
            <a:pPr marL="228600" marR="0" lvl="0" indent="-228600" algn="l" rtl="0">
              <a:lnSpc>
                <a:spcPct val="130000"/>
              </a:lnSpc>
              <a:spcBef>
                <a:spcPts val="1200"/>
              </a:spcBef>
              <a:spcAft>
                <a:spcPts val="0"/>
              </a:spcAft>
              <a:buClr>
                <a:schemeClr val="accent5"/>
              </a:buClr>
              <a:buSzPts val="1800"/>
              <a:buFont typeface="Arial" panose="020B0604020202020204"/>
              <a:buChar char="●"/>
            </a:pPr>
            <a:r>
              <a:rPr lang="en-US"/>
              <a:t>Real-Time Messaging (Instant delivery using WebSockets)</a:t>
            </a:r>
            <a:endParaRPr lang="en-US"/>
          </a:p>
          <a:p>
            <a:pPr marL="228600" marR="0" lvl="0" indent="-228600" algn="l" rtl="0">
              <a:lnSpc>
                <a:spcPct val="130000"/>
              </a:lnSpc>
              <a:spcBef>
                <a:spcPts val="1200"/>
              </a:spcBef>
              <a:spcAft>
                <a:spcPts val="0"/>
              </a:spcAft>
              <a:buClr>
                <a:schemeClr val="accent5"/>
              </a:buClr>
              <a:buSzPts val="1800"/>
              <a:buFont typeface="Arial" panose="020B0604020202020204"/>
              <a:buChar char="●"/>
            </a:pPr>
            <a:r>
              <a:rPr lang="en-US"/>
              <a:t>Message History (Stores chat logs for future access)</a:t>
            </a:r>
            <a:endParaRPr lang="en-US"/>
          </a:p>
          <a:p>
            <a:pPr marL="228600" marR="0" lvl="0" indent="-228600" algn="l" rtl="0">
              <a:lnSpc>
                <a:spcPct val="130000"/>
              </a:lnSpc>
              <a:spcBef>
                <a:spcPts val="1200"/>
              </a:spcBef>
              <a:spcAft>
                <a:spcPts val="0"/>
              </a:spcAft>
              <a:buClr>
                <a:schemeClr val="accent5"/>
              </a:buClr>
              <a:buSzPts val="1800"/>
              <a:buFont typeface="Arial" panose="020B0604020202020204"/>
              <a:buChar char="●"/>
            </a:pPr>
            <a:r>
              <a:rPr lang="en-US"/>
              <a:t>Media Sharing (Supports images, videos, and files)</a:t>
            </a:r>
            <a:endParaRPr lang="en-US"/>
          </a:p>
          <a:p>
            <a:pPr marL="228600" marR="0" lvl="0" indent="-228600" algn="l" rtl="0">
              <a:lnSpc>
                <a:spcPct val="130000"/>
              </a:lnSpc>
              <a:spcBef>
                <a:spcPts val="1200"/>
              </a:spcBef>
              <a:spcAft>
                <a:spcPts val="0"/>
              </a:spcAft>
              <a:buClr>
                <a:schemeClr val="accent5"/>
              </a:buClr>
              <a:buSzPts val="1800"/>
              <a:buFont typeface="Arial" panose="020B0604020202020204"/>
              <a:buChar char="●"/>
            </a:pPr>
            <a:r>
              <a:rPr lang="en-US"/>
              <a:t>Group Chats (Users can create and join group conversations)</a:t>
            </a:r>
            <a:endParaRPr lang="en-US"/>
          </a:p>
          <a:p>
            <a:pPr marL="228600" marR="0" lvl="0" indent="-228600" algn="l" rtl="0">
              <a:lnSpc>
                <a:spcPct val="130000"/>
              </a:lnSpc>
              <a:spcBef>
                <a:spcPts val="1200"/>
              </a:spcBef>
              <a:spcAft>
                <a:spcPts val="0"/>
              </a:spcAft>
              <a:buClr>
                <a:schemeClr val="accent5"/>
              </a:buClr>
              <a:buSzPts val="1800"/>
              <a:buFont typeface="Arial" panose="020B0604020202020204"/>
              <a:buChar char="●"/>
            </a:pPr>
            <a:r>
              <a:rPr lang="en-US"/>
              <a:t>Emojis (Enhance conversations with emojis)</a:t>
            </a:r>
            <a:endParaRPr lang="en-US"/>
          </a:p>
          <a:p>
            <a:pPr marL="228600" marR="0" lvl="0" indent="-228600" algn="l" rtl="0">
              <a:lnSpc>
                <a:spcPct val="130000"/>
              </a:lnSpc>
              <a:spcBef>
                <a:spcPts val="1200"/>
              </a:spcBef>
              <a:spcAft>
                <a:spcPts val="0"/>
              </a:spcAft>
              <a:buClr>
                <a:schemeClr val="accent5"/>
              </a:buClr>
              <a:buSzPts val="1800"/>
              <a:buFont typeface="Arial" panose="020B0604020202020204"/>
              <a:buChar char="●"/>
            </a:pPr>
            <a:r>
              <a:rPr lang="en-US"/>
              <a:t>Offline Mode (Users can read previous messages without internet connection)</a:t>
            </a:r>
            <a:endParaRPr lang="en-US"/>
          </a:p>
          <a:p>
            <a:pPr marL="228600" marR="0" lvl="0" indent="-228600" algn="l" rtl="0">
              <a:lnSpc>
                <a:spcPct val="130000"/>
              </a:lnSpc>
              <a:spcBef>
                <a:spcPts val="1200"/>
              </a:spcBef>
              <a:spcAft>
                <a:spcPts val="0"/>
              </a:spcAft>
              <a:buClr>
                <a:schemeClr val="accent5"/>
              </a:buClr>
              <a:buSzPts val="1800"/>
              <a:buFont typeface="Arial" panose="020B0604020202020204"/>
              <a:buChar char="●"/>
            </a:pPr>
            <a:r>
              <a:rPr lang="en-US"/>
              <a:t>Feedback (Users can submits feedbacks )</a:t>
            </a:r>
            <a:endParaRPr lang="en-US"/>
          </a:p>
          <a:p>
            <a:pPr marL="0" lvl="0" indent="0" algn="l" rtl="0">
              <a:lnSpc>
                <a:spcPct val="130000"/>
              </a:lnSpc>
              <a:spcBef>
                <a:spcPts val="1200"/>
              </a:spcBef>
              <a:spcAft>
                <a:spcPts val="0"/>
              </a:spcAft>
              <a:buSzPts val="1800"/>
              <a:buNone/>
            </a:pPr>
          </a:p>
        </p:txBody>
      </p:sp>
      <p:sp>
        <p:nvSpPr>
          <p:cNvPr id="133" name="Google Shape;133;p6"/>
          <p:cNvSpPr txBox="1"/>
          <p:nvPr/>
        </p:nvSpPr>
        <p:spPr>
          <a:xfrm>
            <a:off x="4147820" y="742950"/>
            <a:ext cx="406400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Nunito Sans"/>
              <a:ea typeface="Nunito Sans"/>
              <a:cs typeface="Nunito Sans"/>
              <a:sym typeface="Nuni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p:nvPr>
            <p:ph type="title"/>
          </p:nvPr>
        </p:nvSpPr>
        <p:spPr/>
        <p:txBody>
          <a:bodyPr/>
          <a:p>
            <a:r>
              <a:rPr lang="en-US"/>
              <a:t>Flow Chart</a:t>
            </a:r>
            <a:endParaRPr lang="en-US"/>
          </a:p>
        </p:txBody>
      </p:sp>
      <p:pic>
        <p:nvPicPr>
          <p:cNvPr id="3" name="Picture 2" descr="flow_page-0001 (1)"/>
          <p:cNvPicPr>
            <a:picLocks noChangeAspect="1"/>
          </p:cNvPicPr>
          <p:nvPr/>
        </p:nvPicPr>
        <p:blipFill>
          <a:blip r:embed="rId2"/>
          <a:stretch>
            <a:fillRect/>
          </a:stretch>
        </p:blipFill>
        <p:spPr>
          <a:xfrm>
            <a:off x="4002405" y="821055"/>
            <a:ext cx="4197350" cy="56940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ltLang="en-US">
                <a:sym typeface="+mn-ea"/>
              </a:rPr>
              <a:t>Advantages</a:t>
            </a:r>
            <a:endParaRPr lang="en-US"/>
          </a:p>
        </p:txBody>
      </p:sp>
      <p:sp>
        <p:nvSpPr>
          <p:cNvPr id="3" name="Text Placeholder 2"/>
          <p:cNvSpPr/>
          <p:nvPr>
            <p:ph type="body" idx="1"/>
          </p:nvPr>
        </p:nvSpPr>
        <p:spPr>
          <a:xfrm>
            <a:off x="767715" y="1557020"/>
            <a:ext cx="10796270" cy="4231640"/>
          </a:xfrm>
        </p:spPr>
        <p:txBody>
          <a:bodyPr>
            <a:normAutofit lnSpcReduction="20000"/>
          </a:bodyPr>
          <a:p>
            <a:r>
              <a:rPr lang="en-US" altLang="en-US"/>
              <a:t>User Authentication – Secure login using JWT authentication and Google OAuth.</a:t>
            </a:r>
            <a:endParaRPr lang="en-US" altLang="en-US"/>
          </a:p>
          <a:p>
            <a:r>
              <a:rPr lang="en-US" altLang="en-US"/>
              <a:t>Database Integration – Uses MongoDB for storing messages and user data efficiently.</a:t>
            </a:r>
            <a:endParaRPr lang="en-US" altLang="en-US"/>
          </a:p>
          <a:p>
            <a:r>
              <a:rPr lang="en-US" altLang="en-US"/>
              <a:t>Modern Tech Stack – Built with MERN (MongoDB, Express, React, Node.js), making it scalable and maintainable.</a:t>
            </a:r>
            <a:endParaRPr lang="en-US" altLang="en-US"/>
          </a:p>
          <a:p>
            <a:r>
              <a:rPr lang="en-US" altLang="en-US"/>
              <a:t>Lightweight &amp; Fast – Optimized performance for quick message delivery.</a:t>
            </a:r>
            <a:endParaRPr lang="en-US" altLang="en-US"/>
          </a:p>
          <a:p>
            <a:r>
              <a:rPr lang="en-US" altLang="en-US"/>
              <a:t>User-friendly Interface – Simple and easy-to-use UI.</a:t>
            </a:r>
            <a:endParaRPr lang="en-US" altLang="en-US"/>
          </a:p>
          <a:p>
            <a:r>
              <a:rPr lang="en-US" altLang="en-US"/>
              <a:t>Mobile Responsive - Its support all devices ( Desktop , Mobile , Tablet )</a:t>
            </a:r>
            <a:endParaRPr lang="en-US" altLang="en-US"/>
          </a:p>
          <a:p>
            <a:r>
              <a:rPr lang="en-US" altLang="en-US"/>
              <a:t>Group Chats - </a:t>
            </a:r>
            <a:r>
              <a:rPr lang="en-US">
                <a:sym typeface="+mn-ea"/>
              </a:rPr>
              <a:t>Users can create and join group conversations</a:t>
            </a:r>
            <a:endParaRPr lang="en-US" altLang="en-US"/>
          </a:p>
          <a:p>
            <a:r>
              <a:rPr lang="en-US" altLang="en-US"/>
              <a:t>Custom Feedback System – Allows users to submit feedback (with restrictions to prevent multiple submissions).</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ltLang="en-US"/>
              <a:t>Disadvantages</a:t>
            </a:r>
            <a:endParaRPr lang="en-US" altLang="en-US"/>
          </a:p>
        </p:txBody>
      </p:sp>
      <p:sp>
        <p:nvSpPr>
          <p:cNvPr id="3" name="Text Placeholder 2"/>
          <p:cNvSpPr/>
          <p:nvPr>
            <p:ph type="body" idx="1"/>
          </p:nvPr>
        </p:nvSpPr>
        <p:spPr>
          <a:xfrm>
            <a:off x="698500" y="1701165"/>
            <a:ext cx="10796270" cy="3611245"/>
          </a:xfrm>
        </p:spPr>
        <p:txBody>
          <a:bodyPr>
            <a:normAutofit lnSpcReduction="20000"/>
          </a:bodyPr>
          <a:p>
            <a:r>
              <a:rPr lang="en-US" altLang="en-US"/>
              <a:t>Limited Features – Lacks advanced chat functionalities like voice/video calls, AI chat.</a:t>
            </a:r>
            <a:endParaRPr lang="en-US" altLang="en-US"/>
          </a:p>
          <a:p>
            <a:r>
              <a:rPr lang="en-US" altLang="en-US"/>
              <a:t>No Message Reactions – Lacks features like emoji reactions or message editing.</a:t>
            </a:r>
            <a:endParaRPr lang="en-US" altLang="en-US"/>
          </a:p>
          <a:p>
            <a:r>
              <a:rPr lang="en-US" altLang="en-US"/>
              <a:t>No Read Receipts – Users do not get "seen" or "delivered" message statuses.</a:t>
            </a:r>
            <a:endParaRPr lang="en-US" altLang="en-US"/>
          </a:p>
          <a:p>
            <a:r>
              <a:rPr lang="en-US" altLang="en-US"/>
              <a:t>No Message Search – Users cannot search for old messages, making it difficult to find important conversations.</a:t>
            </a:r>
            <a:endParaRPr lang="en-US" altLang="en-US"/>
          </a:p>
          <a:p>
            <a:r>
              <a:rPr lang="en-US" altLang="en-US"/>
              <a:t>No Push Notifications – Users must stay on the app to see new messages.</a:t>
            </a:r>
            <a:endParaRPr lang="en-US" altLang="en-US"/>
          </a:p>
          <a:p>
            <a:r>
              <a:rPr lang="en-US" altLang="en-US"/>
              <a:t> No Mode Switch – Does not include theme switching for better accessibility.</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10" name="Shape 210"/>
        <p:cNvGrpSpPr/>
        <p:nvPr/>
      </p:nvGrpSpPr>
      <p:grpSpPr>
        <a:xfrm>
          <a:off x="0" y="0"/>
          <a:ext cx="0" cy="0"/>
          <a:chOff x="0" y="0"/>
          <a:chExt cx="0" cy="0"/>
        </a:xfrm>
      </p:grpSpPr>
      <p:sp>
        <p:nvSpPr>
          <p:cNvPr id="211" name="Google Shape;211;p18"/>
          <p:cNvSpPr txBox="1"/>
          <p:nvPr>
            <p:ph type="title"/>
          </p:nvPr>
        </p:nvSpPr>
        <p:spPr>
          <a:xfrm>
            <a:off x="695325" y="1628518"/>
            <a:ext cx="6184265" cy="1728092"/>
          </a:xfrm>
          <a:prstGeom prst="rect">
            <a:avLst/>
          </a:prstGeom>
          <a:noFill/>
          <a:ln>
            <a:noFill/>
          </a:ln>
        </p:spPr>
        <p:txBody>
          <a:bodyPr spcFirstLastPara="1" wrap="square" lIns="0" tIns="0" rIns="0" bIns="0" anchor="b" anchorCtr="0">
            <a:normAutofit/>
          </a:bodyPr>
          <a:lstStyle/>
          <a:p>
            <a:pPr marL="0" marR="0" lvl="0" indent="0" algn="l" rtl="0">
              <a:lnSpc>
                <a:spcPct val="90000"/>
              </a:lnSpc>
              <a:spcBef>
                <a:spcPts val="0"/>
              </a:spcBef>
              <a:spcAft>
                <a:spcPts val="0"/>
              </a:spcAft>
              <a:buClr>
                <a:schemeClr val="lt1"/>
              </a:buClr>
              <a:buSzPts val="5800"/>
              <a:buFont typeface="Nunito Sans ExtraBold"/>
              <a:buNone/>
            </a:pPr>
            <a:r>
              <a:rPr lang="en-US"/>
              <a:t>THANK YOU</a:t>
            </a:r>
            <a:endParaRPr lang="en-US"/>
          </a:p>
        </p:txBody>
      </p:sp>
    </p:spTree>
  </p:cSld>
  <p:clrMapOvr>
    <a:masterClrMapping/>
  </p:clrMapOvr>
</p:sld>
</file>

<file path=ppt/theme/theme1.xml><?xml version="1.0" encoding="utf-8"?>
<a:theme xmlns:a="http://schemas.openxmlformats.org/drawingml/2006/main" name="1_Office Theme">
  <a:themeElements>
    <a:clrScheme name="自定义 17">
      <a:dk1>
        <a:srgbClr val="000000"/>
      </a:dk1>
      <a:lt1>
        <a:srgbClr val="FFFFFF"/>
      </a:lt1>
      <a:dk2>
        <a:srgbClr val="291667"/>
      </a:dk2>
      <a:lt2>
        <a:srgbClr val="F1EAFB"/>
      </a:lt2>
      <a:accent1>
        <a:srgbClr val="BC98F0"/>
      </a:accent1>
      <a:accent2>
        <a:srgbClr val="CA8BEF"/>
      </a:accent2>
      <a:accent3>
        <a:srgbClr val="D77EEE"/>
      </a:accent3>
      <a:accent4>
        <a:srgbClr val="E285CF"/>
      </a:accent4>
      <a:accent5>
        <a:srgbClr val="EAA194"/>
      </a:accent5>
      <a:accent6>
        <a:srgbClr val="F2BD58"/>
      </a:accent6>
      <a:hlink>
        <a:srgbClr val="158BF9"/>
      </a:hlink>
      <a:folHlink>
        <a:srgbClr val="DE1A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4199</Words>
  <Application>WPS Presentation</Application>
  <PresentationFormat/>
  <Paragraphs>105</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Arial</vt:lpstr>
      <vt:lpstr>Nunito Sans</vt:lpstr>
      <vt:lpstr>Noto Sans Symbols</vt:lpstr>
      <vt:lpstr>Segoe Print</vt:lpstr>
      <vt:lpstr>Nunito Sans ExtraBold</vt:lpstr>
      <vt:lpstr>Microsoft YaHei</vt:lpstr>
      <vt:lpstr>Arial Unicode MS</vt:lpstr>
      <vt:lpstr>1_Office Theme</vt:lpstr>
      <vt:lpstr>Website-Based One On One Chat Application</vt:lpstr>
      <vt:lpstr>Team Members</vt:lpstr>
      <vt:lpstr>Abstract</vt:lpstr>
      <vt:lpstr>Existing Problem</vt:lpstr>
      <vt:lpstr>Aim Of The Project</vt:lpstr>
      <vt:lpstr>Technology Stack</vt:lpstr>
      <vt:lpstr>Features</vt:lpstr>
      <vt:lpstr>Flow Chart</vt:lpstr>
      <vt:lpstr>Advantages</vt:lpstr>
      <vt:lpstr>Disadvantages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Website-Based Real-Time Chat Application</dc:title>
  <dc:creator>hai luo</dc:creator>
  <cp:lastModifiedBy>Csk Fan</cp:lastModifiedBy>
  <cp:revision>11</cp:revision>
  <dcterms:created xsi:type="dcterms:W3CDTF">2025-03-22T04:52:00Z</dcterms:created>
  <dcterms:modified xsi:type="dcterms:W3CDTF">2025-03-25T04:17:28Z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1033-12.2.0.20326</vt:lpwstr>
  </property>
  <property fmtid="{D5CDD505-2E9C-101B-9397-08002B2CF9AE}" pid="3" name="ICV">
    <vt:lpwstr>F13483FE7FFC453682418A1399B83C77_13</vt:lpwstr>
  </property>
</Properties>
</file>